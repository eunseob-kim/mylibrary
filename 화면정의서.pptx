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A5A5A5"/>
    <a:srgbClr val="89F46C"/>
    <a:srgbClr val="FFFFFF"/>
    <a:srgbClr val="FEE52A"/>
    <a:srgbClr val="CEDE00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A경기장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44621</c:v>
                </c:pt>
                <c:pt idx="1">
                  <c:v>44622</c:v>
                </c:pt>
                <c:pt idx="2">
                  <c:v>44623</c:v>
                </c:pt>
                <c:pt idx="3">
                  <c:v>44624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45</c:v>
                </c:pt>
                <c:pt idx="2">
                  <c:v>51</c:v>
                </c:pt>
                <c:pt idx="3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7C-4128-80A6-314C1FE0E5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B경기장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44621</c:v>
                </c:pt>
                <c:pt idx="1">
                  <c:v>44622</c:v>
                </c:pt>
                <c:pt idx="2">
                  <c:v>44623</c:v>
                </c:pt>
                <c:pt idx="3">
                  <c:v>44624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</c:v>
                </c:pt>
                <c:pt idx="1">
                  <c:v>67</c:v>
                </c:pt>
                <c:pt idx="2">
                  <c:v>69</c:v>
                </c:pt>
                <c:pt idx="3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7C-4128-80A6-314C1FE0E5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C경기장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44621</c:v>
                </c:pt>
                <c:pt idx="1">
                  <c:v>44622</c:v>
                </c:pt>
                <c:pt idx="2">
                  <c:v>44623</c:v>
                </c:pt>
                <c:pt idx="3">
                  <c:v>44624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75</c:v>
                </c:pt>
                <c:pt idx="2">
                  <c:v>78</c:v>
                </c:pt>
                <c:pt idx="3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E7C-4128-80A6-314C1FE0E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8076672"/>
        <c:axId val="1688078336"/>
      </c:lineChart>
      <c:dateAx>
        <c:axId val="168807667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88078336"/>
        <c:crosses val="autoZero"/>
        <c:auto val="1"/>
        <c:lblOffset val="100"/>
        <c:baseTimeUnit val="days"/>
      </c:dateAx>
      <c:valAx>
        <c:axId val="168807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8807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44621</c:v>
                </c:pt>
                <c:pt idx="1">
                  <c:v>44622</c:v>
                </c:pt>
                <c:pt idx="2">
                  <c:v>44623</c:v>
                </c:pt>
                <c:pt idx="3">
                  <c:v>44624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130000</c:v>
                </c:pt>
                <c:pt idx="1">
                  <c:v>150000</c:v>
                </c:pt>
                <c:pt idx="2">
                  <c:v>100000</c:v>
                </c:pt>
                <c:pt idx="3">
                  <c:v>180000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4-4AA2-946C-D199AA532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4698384"/>
        <c:axId val="1744697552"/>
      </c:lineChart>
      <c:dateAx>
        <c:axId val="17446983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4697552"/>
        <c:crosses val="autoZero"/>
        <c:auto val="1"/>
        <c:lblOffset val="100"/>
        <c:baseTimeUnit val="days"/>
      </c:dateAx>
      <c:valAx>
        <c:axId val="174469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4698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01-44D7-A6AA-AF90410FC25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01-44D7-A6AA-AF90410FC25A}"/>
              </c:ext>
            </c:extLst>
          </c:dPt>
          <c:cat>
            <c:strRef>
              <c:f>Sheet1!$A$2:$A$3</c:f>
              <c:strCache>
                <c:ptCount val="2"/>
                <c:pt idx="0">
                  <c:v>매치 실패</c:v>
                </c:pt>
                <c:pt idx="1">
                  <c:v>매치 성공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CA-4D90-8CD3-4C4DCEC61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FBF26-A99F-4DCB-9EBA-1BB74D5D9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7EF1F4-2900-412F-8AEB-3D92C69DC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7FB10-CB78-41BF-B7BD-CC927B2C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F6A4D7-9403-45E4-A7C8-94B37500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717DD4-5876-47F5-9DB5-D5983DED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95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EF6D2-6BB5-4249-A663-0E572AE4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E3C68-B0DD-4D93-8804-700288EC9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06FD1-7FA4-45F1-9B45-DA66B6F3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BDE0A7-38CA-4F52-B131-422EC5CD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AB280-EE54-41EA-B423-272F9C99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134B6-9B99-4454-B9ED-E0A1B49BB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5752E6-EF7E-4FE9-8566-9723CD12D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552DB-43AD-4934-8FC4-E7EA8444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299B5-EC06-4C89-8282-3EEAC3D6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E1629-A2C3-407D-8D0D-99689B2D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40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82143-C672-4657-B619-9918F6A4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973C9-49FC-4EF7-9851-4535934A0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6AACD-7B8C-4600-8AD0-A86F14153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7E4B99-0C8E-4D81-8D2B-4DC84F41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88B3BC-A92B-4725-B620-007DAF5F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A4CA4B-3B09-413F-BE19-3744D33C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04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B07A3-5DC8-4D20-8702-FB9849AC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58141-FCC1-4123-801B-BB6B7ED3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2585B7-3232-46C5-9DF4-667D7E228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3FA86F-AD19-4421-B147-0FAB49B63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64FDA6-D1A9-4E95-803B-9326FE1A5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9D2543-F2A2-4A93-B2FF-20A58A7F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849BB6-950A-418E-B3AB-18EF36A8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A86701-5607-4811-B8D9-6E3A8DC9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65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454E1-4A67-47F8-878E-C3B4AFF6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088616-ACB2-4710-BBAB-37D66678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820A38-2082-43AF-85D7-C6A54405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D88D9E-0543-4128-9E4F-CF2213A9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04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09E36E-A339-47E7-86C1-9B1BB957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487BAD-E203-4B3F-B590-7518ED5A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F93EA-0744-4D8A-BFF4-B382B84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2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076EF-9DCA-499B-8101-626EA231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6E18E-C121-4A32-8765-4F6B697EF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8D8AC9-D2B2-44A2-BD88-0DE16A75B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15F096-334D-44DB-9985-8139F373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E27CA-1B1D-4B10-A925-60DC3264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15CF9F-B23E-4E71-8BFA-3ABAEB6D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19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FEE5F-76DC-43B0-9C06-248EDA1E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0556D1-51CC-4928-AD5A-A9EA7FCA4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C55585-E461-496A-880A-AE7CD6681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9B3FBD-149D-4FA8-B76D-33C5C26C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89B94B-4806-433F-B8A6-A066CC39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1A112B-85DB-4D73-9435-4CC5D480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06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B0F28-D640-4F67-A6C8-1B99E733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BF487A-2F26-4398-9A0A-0C267F4EF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89BA8-A110-48D1-8632-3F21B547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CB0D1-A078-4816-8B4F-C70AE423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DE03E-7D7E-46BA-8305-DE9B2CFE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80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712497-4E3F-4778-A520-3D477595D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974CB5-69B3-4060-978C-E9AFB393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796367-D6BE-4BE4-9D3D-8EB2C46B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A528A-EF7A-4422-86C0-120324CC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42041-22BF-4BE9-A382-D0ABF5C3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22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E17EE7-9E42-4C87-90B1-A145DA65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3D686E-F606-4BDA-988E-C6DF05796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E872BA-9D42-409A-AE75-809F36F11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9169-47CF-491F-A736-7E3409FBD6C5}" type="datetimeFigureOut">
              <a:rPr lang="ko-KR" altLang="en-US" smtClean="0"/>
              <a:t>2022-03-16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9EF03-EB1F-4826-9CD2-6E4F9B7E7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B18D0-9B14-4108-B581-679765912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EC040-3CE2-4607-AC84-841A13900D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A58D363-1018-48D8-B2F2-55ECF98975E7}"/>
              </a:ext>
            </a:extLst>
          </p:cNvPr>
          <p:cNvSpPr/>
          <p:nvPr/>
        </p:nvSpPr>
        <p:spPr>
          <a:xfrm>
            <a:off x="1930400" y="1236133"/>
            <a:ext cx="3818467" cy="38946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FCD41B-3B12-4D5E-9172-4E1C403F7148}"/>
              </a:ext>
            </a:extLst>
          </p:cNvPr>
          <p:cNvSpPr/>
          <p:nvPr/>
        </p:nvSpPr>
        <p:spPr>
          <a:xfrm>
            <a:off x="6214533" y="1236132"/>
            <a:ext cx="3818467" cy="38946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C84802-607A-453A-ACBD-5CBED955CD11}"/>
              </a:ext>
            </a:extLst>
          </p:cNvPr>
          <p:cNvSpPr/>
          <p:nvPr/>
        </p:nvSpPr>
        <p:spPr>
          <a:xfrm>
            <a:off x="2827866" y="1752600"/>
            <a:ext cx="2023533" cy="61806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이메일 찾기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499B76-D3CC-441D-B7D5-8A5F9C4741AF}"/>
              </a:ext>
            </a:extLst>
          </p:cNvPr>
          <p:cNvSpPr/>
          <p:nvPr/>
        </p:nvSpPr>
        <p:spPr>
          <a:xfrm>
            <a:off x="7111999" y="1752600"/>
            <a:ext cx="2023533" cy="61806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비밀번호 찾기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C2990D-39F1-4EED-9E49-3FD2003FDCA5}"/>
              </a:ext>
            </a:extLst>
          </p:cNvPr>
          <p:cNvSpPr/>
          <p:nvPr/>
        </p:nvSpPr>
        <p:spPr>
          <a:xfrm>
            <a:off x="2573865" y="2751667"/>
            <a:ext cx="2531533" cy="423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902CECF-548A-4AF8-BB01-DFCFAF5EC80F}"/>
              </a:ext>
            </a:extLst>
          </p:cNvPr>
          <p:cNvSpPr/>
          <p:nvPr/>
        </p:nvSpPr>
        <p:spPr>
          <a:xfrm>
            <a:off x="6857998" y="2760132"/>
            <a:ext cx="2531533" cy="423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543D1B4-FDDB-4B68-BF52-9F5266660896}"/>
              </a:ext>
            </a:extLst>
          </p:cNvPr>
          <p:cNvSpPr/>
          <p:nvPr/>
        </p:nvSpPr>
        <p:spPr>
          <a:xfrm>
            <a:off x="6857998" y="3361263"/>
            <a:ext cx="2531533" cy="423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EC2546E-ED92-425B-9FF7-EC82B9B84F05}"/>
              </a:ext>
            </a:extLst>
          </p:cNvPr>
          <p:cNvSpPr/>
          <p:nvPr/>
        </p:nvSpPr>
        <p:spPr>
          <a:xfrm>
            <a:off x="2573865" y="2751667"/>
            <a:ext cx="457466" cy="42333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📱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671ECC3-4EE6-43B6-A357-8C168E282C95}"/>
              </a:ext>
            </a:extLst>
          </p:cNvPr>
          <p:cNvSpPr/>
          <p:nvPr/>
        </p:nvSpPr>
        <p:spPr>
          <a:xfrm>
            <a:off x="6857998" y="2760133"/>
            <a:ext cx="457466" cy="42333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📧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39B85F-0CBF-45C7-97DC-44E81A2EA0EE}"/>
              </a:ext>
            </a:extLst>
          </p:cNvPr>
          <p:cNvSpPr/>
          <p:nvPr/>
        </p:nvSpPr>
        <p:spPr>
          <a:xfrm>
            <a:off x="6857998" y="3361264"/>
            <a:ext cx="457466" cy="42333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525E32-E896-4385-8C80-72DE10DA9CE6}"/>
              </a:ext>
            </a:extLst>
          </p:cNvPr>
          <p:cNvSpPr/>
          <p:nvPr/>
        </p:nvSpPr>
        <p:spPr>
          <a:xfrm>
            <a:off x="2925233" y="2845858"/>
            <a:ext cx="781048" cy="234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휴대폰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564BCE-FD7C-4496-918D-41713A09CB4F}"/>
              </a:ext>
            </a:extLst>
          </p:cNvPr>
          <p:cNvSpPr/>
          <p:nvPr/>
        </p:nvSpPr>
        <p:spPr>
          <a:xfrm>
            <a:off x="7209366" y="2854323"/>
            <a:ext cx="781048" cy="234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이메일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6F2977-66EA-4964-956A-4302A0B8ABC1}"/>
              </a:ext>
            </a:extLst>
          </p:cNvPr>
          <p:cNvSpPr/>
          <p:nvPr/>
        </p:nvSpPr>
        <p:spPr>
          <a:xfrm>
            <a:off x="7209366" y="3455454"/>
            <a:ext cx="781048" cy="234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휴대폰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B7A24B8-75B4-4A43-829B-670F726475F1}"/>
              </a:ext>
            </a:extLst>
          </p:cNvPr>
          <p:cNvSpPr/>
          <p:nvPr/>
        </p:nvSpPr>
        <p:spPr>
          <a:xfrm>
            <a:off x="3210981" y="4137660"/>
            <a:ext cx="1257300" cy="42333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이메일 찾기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C57F8D8-DCDC-41C3-BD46-91A74286A818}"/>
              </a:ext>
            </a:extLst>
          </p:cNvPr>
          <p:cNvSpPr/>
          <p:nvPr/>
        </p:nvSpPr>
        <p:spPr>
          <a:xfrm>
            <a:off x="7436481" y="4137660"/>
            <a:ext cx="1374566" cy="42333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비밀번호 변경</a:t>
            </a:r>
          </a:p>
        </p:txBody>
      </p:sp>
    </p:spTree>
    <p:extLst>
      <p:ext uri="{BB962C8B-B14F-4D97-AF65-F5344CB8AC3E}">
        <p14:creationId xmlns:p14="http://schemas.microsoft.com/office/powerpoint/2010/main" val="199564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67038A8-E7A8-4A60-9DC5-993903A80B72}"/>
              </a:ext>
            </a:extLst>
          </p:cNvPr>
          <p:cNvSpPr/>
          <p:nvPr/>
        </p:nvSpPr>
        <p:spPr>
          <a:xfrm>
            <a:off x="1117600" y="762000"/>
            <a:ext cx="1718733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🗓️</a:t>
            </a:r>
            <a:r>
              <a:rPr lang="en-US" altLang="ko-KR" sz="1200" dirty="0">
                <a:solidFill>
                  <a:schemeClr val="tx1"/>
                </a:solidFill>
              </a:rPr>
              <a:t>2022-03-01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EBC93-C482-404A-86FE-E3CCC0E4E783}"/>
              </a:ext>
            </a:extLst>
          </p:cNvPr>
          <p:cNvSpPr txBox="1"/>
          <p:nvPr/>
        </p:nvSpPr>
        <p:spPr>
          <a:xfrm>
            <a:off x="572869" y="756278"/>
            <a:ext cx="54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시작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5800E16-7CA4-47D5-B3AA-88E4F8A8C83B}"/>
              </a:ext>
            </a:extLst>
          </p:cNvPr>
          <p:cNvSpPr/>
          <p:nvPr/>
        </p:nvSpPr>
        <p:spPr>
          <a:xfrm>
            <a:off x="3381064" y="762000"/>
            <a:ext cx="1718733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🗓️</a:t>
            </a:r>
            <a:r>
              <a:rPr lang="en-US" altLang="ko-KR" sz="1200" dirty="0">
                <a:solidFill>
                  <a:schemeClr val="tx1"/>
                </a:solidFill>
              </a:rPr>
              <a:t>2022-03-01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C4A6A-7648-4CCD-8753-28FD61B20238}"/>
              </a:ext>
            </a:extLst>
          </p:cNvPr>
          <p:cNvSpPr txBox="1"/>
          <p:nvPr/>
        </p:nvSpPr>
        <p:spPr>
          <a:xfrm>
            <a:off x="2836333" y="756278"/>
            <a:ext cx="54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종료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CAD530-8DE1-4426-B80C-0652FBD17B31}"/>
              </a:ext>
            </a:extLst>
          </p:cNvPr>
          <p:cNvSpPr/>
          <p:nvPr/>
        </p:nvSpPr>
        <p:spPr>
          <a:xfrm>
            <a:off x="5236633" y="756278"/>
            <a:ext cx="1718733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지역 전체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B59720-D0B4-4E0F-9ADE-191C2851EEB8}"/>
              </a:ext>
            </a:extLst>
          </p:cNvPr>
          <p:cNvSpPr/>
          <p:nvPr/>
        </p:nvSpPr>
        <p:spPr>
          <a:xfrm>
            <a:off x="6597651" y="756278"/>
            <a:ext cx="357716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6567FC-DD81-480C-94AB-A3C59E2DC3D1}"/>
              </a:ext>
            </a:extLst>
          </p:cNvPr>
          <p:cNvSpPr/>
          <p:nvPr/>
        </p:nvSpPr>
        <p:spPr>
          <a:xfrm>
            <a:off x="666750" y="1438275"/>
            <a:ext cx="2962275" cy="487680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CFE2966-0CCF-45BA-B28C-F6D4AB969504}"/>
              </a:ext>
            </a:extLst>
          </p:cNvPr>
          <p:cNvCxnSpPr>
            <a:cxnSpLocks/>
          </p:cNvCxnSpPr>
          <p:nvPr/>
        </p:nvCxnSpPr>
        <p:spPr>
          <a:xfrm>
            <a:off x="895350" y="2076450"/>
            <a:ext cx="248571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C581B3-57A3-4DC6-AA2C-2DB58D6ECFD0}"/>
              </a:ext>
            </a:extLst>
          </p:cNvPr>
          <p:cNvSpPr/>
          <p:nvPr/>
        </p:nvSpPr>
        <p:spPr>
          <a:xfrm>
            <a:off x="895350" y="1695452"/>
            <a:ext cx="2057400" cy="380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400" dirty="0"/>
              <a:t>예약 가능 </a:t>
            </a:r>
            <a:r>
              <a:rPr lang="ko-KR" altLang="en-US" sz="1400" dirty="0" err="1"/>
              <a:t>풋살장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AA0C09-D228-41EA-AA49-4658D80CD25D}"/>
              </a:ext>
            </a:extLst>
          </p:cNvPr>
          <p:cNvSpPr/>
          <p:nvPr/>
        </p:nvSpPr>
        <p:spPr>
          <a:xfrm>
            <a:off x="895350" y="2251708"/>
            <a:ext cx="2485714" cy="1710691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B07D6A7-C8F4-42FD-B203-3C28E533BE0E}"/>
              </a:ext>
            </a:extLst>
          </p:cNvPr>
          <p:cNvCxnSpPr>
            <a:cxnSpLocks/>
          </p:cNvCxnSpPr>
          <p:nvPr/>
        </p:nvCxnSpPr>
        <p:spPr>
          <a:xfrm>
            <a:off x="1050925" y="2904173"/>
            <a:ext cx="21780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BBF41B-B7A4-4515-8135-E8EF3F3F33A3}"/>
              </a:ext>
            </a:extLst>
          </p:cNvPr>
          <p:cNvSpPr/>
          <p:nvPr/>
        </p:nvSpPr>
        <p:spPr>
          <a:xfrm>
            <a:off x="1050925" y="2366008"/>
            <a:ext cx="2057400" cy="380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DGB</a:t>
            </a:r>
            <a:r>
              <a:rPr lang="ko-KR" altLang="en-US" sz="1400" dirty="0" err="1"/>
              <a:t>풋살장</a:t>
            </a:r>
            <a:endParaRPr lang="ko-KR" altLang="en-US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F47D98-386B-4E93-923A-6A0F4A561A96}"/>
              </a:ext>
            </a:extLst>
          </p:cNvPr>
          <p:cNvSpPr/>
          <p:nvPr/>
        </p:nvSpPr>
        <p:spPr>
          <a:xfrm>
            <a:off x="1050925" y="2642237"/>
            <a:ext cx="2057400" cy="233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EE52A"/>
                </a:solidFill>
              </a:rPr>
              <a:t>★★★★☆</a:t>
            </a:r>
            <a:r>
              <a:rPr lang="ko-KR" altLang="en-US" sz="1200" dirty="0"/>
              <a:t> </a:t>
            </a:r>
            <a:r>
              <a:rPr lang="en-US" altLang="ko-KR" sz="1200" dirty="0"/>
              <a:t>(4)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5DD1985-A7F2-4EF9-BE2D-25CDD28A2F3B}"/>
              </a:ext>
            </a:extLst>
          </p:cNvPr>
          <p:cNvSpPr/>
          <p:nvPr/>
        </p:nvSpPr>
        <p:spPr>
          <a:xfrm>
            <a:off x="1050925" y="2932749"/>
            <a:ext cx="2111375" cy="884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100" dirty="0"/>
              <a:t>주소 </a:t>
            </a:r>
            <a:r>
              <a:rPr lang="en-US" altLang="ko-KR" sz="1100" dirty="0"/>
              <a:t>: </a:t>
            </a:r>
            <a:r>
              <a:rPr lang="ko-KR" altLang="en-US" sz="1100" dirty="0"/>
              <a:t>대구 동구 </a:t>
            </a:r>
            <a:r>
              <a:rPr lang="ko-KR" altLang="en-US" sz="1100" dirty="0" err="1"/>
              <a:t>봉무동</a:t>
            </a:r>
            <a:endParaRPr lang="en-US" altLang="ko-KR" sz="1100" dirty="0"/>
          </a:p>
          <a:p>
            <a:r>
              <a:rPr lang="ko-KR" altLang="en-US" sz="1100" dirty="0"/>
              <a:t>전화번호 </a:t>
            </a:r>
            <a:r>
              <a:rPr lang="en-US" altLang="ko-KR" sz="1100" dirty="0"/>
              <a:t>: 01012341234</a:t>
            </a:r>
          </a:p>
          <a:p>
            <a:r>
              <a:rPr lang="ko-KR" altLang="en-US" sz="1100" dirty="0"/>
              <a:t>오픈시간 </a:t>
            </a:r>
            <a:r>
              <a:rPr lang="en-US" altLang="ko-KR" sz="1100" dirty="0"/>
              <a:t>: 09 : 00</a:t>
            </a:r>
          </a:p>
          <a:p>
            <a:r>
              <a:rPr lang="ko-KR" altLang="en-US" sz="1100" dirty="0"/>
              <a:t>마감시간</a:t>
            </a:r>
            <a:r>
              <a:rPr lang="en-US" altLang="ko-KR" sz="1100" dirty="0"/>
              <a:t> : 22 : 00</a:t>
            </a:r>
            <a:endParaRPr lang="ko-KR" altLang="en-US" sz="11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C4F788-21C9-4E58-BF19-B5D515DF1D97}"/>
              </a:ext>
            </a:extLst>
          </p:cNvPr>
          <p:cNvSpPr/>
          <p:nvPr/>
        </p:nvSpPr>
        <p:spPr>
          <a:xfrm>
            <a:off x="3713269" y="1438275"/>
            <a:ext cx="6244166" cy="487680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0C803E9-C09D-4066-BD17-7299BEB09D3F}"/>
              </a:ext>
            </a:extLst>
          </p:cNvPr>
          <p:cNvSpPr/>
          <p:nvPr/>
        </p:nvSpPr>
        <p:spPr>
          <a:xfrm>
            <a:off x="3713269" y="1443997"/>
            <a:ext cx="1091141" cy="34670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A4476D-5913-4C14-B290-2E89A3B67D8C}"/>
              </a:ext>
            </a:extLst>
          </p:cNvPr>
          <p:cNvSpPr/>
          <p:nvPr/>
        </p:nvSpPr>
        <p:spPr>
          <a:xfrm>
            <a:off x="4804410" y="1443997"/>
            <a:ext cx="1091141" cy="34670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B46E49-1BAD-45AA-BC39-A6490AD66A5F}"/>
              </a:ext>
            </a:extLst>
          </p:cNvPr>
          <p:cNvSpPr/>
          <p:nvPr/>
        </p:nvSpPr>
        <p:spPr>
          <a:xfrm>
            <a:off x="5895551" y="1443997"/>
            <a:ext cx="1091141" cy="34670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B44B57-5998-427D-AAE6-DB0AEAD81736}"/>
              </a:ext>
            </a:extLst>
          </p:cNvPr>
          <p:cNvSpPr txBox="1"/>
          <p:nvPr/>
        </p:nvSpPr>
        <p:spPr>
          <a:xfrm>
            <a:off x="3885179" y="1478848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A</a:t>
            </a:r>
            <a:r>
              <a:rPr lang="ko-KR" altLang="en-US" sz="1200" b="1" dirty="0"/>
              <a:t>경기장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A9B5DE-3E65-45A0-BFB4-6B6E7D5383B8}"/>
              </a:ext>
            </a:extLst>
          </p:cNvPr>
          <p:cNvSpPr txBox="1"/>
          <p:nvPr/>
        </p:nvSpPr>
        <p:spPr>
          <a:xfrm>
            <a:off x="4970257" y="1478847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B</a:t>
            </a:r>
            <a:r>
              <a:rPr lang="ko-KR" altLang="en-US" sz="1200" b="1" dirty="0"/>
              <a:t>경기장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EC7028-3BF8-4BD0-8C6A-D861ACDD209B}"/>
              </a:ext>
            </a:extLst>
          </p:cNvPr>
          <p:cNvSpPr txBox="1"/>
          <p:nvPr/>
        </p:nvSpPr>
        <p:spPr>
          <a:xfrm>
            <a:off x="6061398" y="1478846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</a:t>
            </a:r>
            <a:r>
              <a:rPr lang="ko-KR" altLang="en-US" sz="1200" b="1" dirty="0"/>
              <a:t>경기장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280E459-B58F-481E-B0D8-839D533CD11D}"/>
              </a:ext>
            </a:extLst>
          </p:cNvPr>
          <p:cNvSpPr/>
          <p:nvPr/>
        </p:nvSpPr>
        <p:spPr>
          <a:xfrm>
            <a:off x="3713270" y="1443997"/>
            <a:ext cx="6244166" cy="34670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DDD034-E8CB-4819-8874-A118A2146568}"/>
              </a:ext>
            </a:extLst>
          </p:cNvPr>
          <p:cNvSpPr txBox="1"/>
          <p:nvPr/>
        </p:nvSpPr>
        <p:spPr>
          <a:xfrm>
            <a:off x="4076376" y="1999095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날짜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24FF37-582E-440C-A7A4-5E24EF746E4E}"/>
              </a:ext>
            </a:extLst>
          </p:cNvPr>
          <p:cNvSpPr txBox="1"/>
          <p:nvPr/>
        </p:nvSpPr>
        <p:spPr>
          <a:xfrm>
            <a:off x="4919991" y="2004983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시간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FE1E1A-4250-4322-A4B9-877324319AA3}"/>
              </a:ext>
            </a:extLst>
          </p:cNvPr>
          <p:cNvSpPr txBox="1"/>
          <p:nvPr/>
        </p:nvSpPr>
        <p:spPr>
          <a:xfrm>
            <a:off x="5672929" y="2004983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경기장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C45CAC-77B6-417B-B27D-913DDAB274B9}"/>
              </a:ext>
            </a:extLst>
          </p:cNvPr>
          <p:cNvSpPr txBox="1"/>
          <p:nvPr/>
        </p:nvSpPr>
        <p:spPr>
          <a:xfrm>
            <a:off x="6448852" y="1999307"/>
            <a:ext cx="1130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현재 예약 인원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3DB95A-08C7-40E7-9F53-18B8872252CA}"/>
              </a:ext>
            </a:extLst>
          </p:cNvPr>
          <p:cNvSpPr txBox="1"/>
          <p:nvPr/>
        </p:nvSpPr>
        <p:spPr>
          <a:xfrm>
            <a:off x="7876517" y="2004983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매치 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5722BC-3126-44E7-8851-4EF9DDB61FB7}"/>
              </a:ext>
            </a:extLst>
          </p:cNvPr>
          <p:cNvSpPr txBox="1"/>
          <p:nvPr/>
        </p:nvSpPr>
        <p:spPr>
          <a:xfrm>
            <a:off x="8999130" y="200650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신청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88879AF-8EE2-4145-AF5D-DBD3AEEE0F1E}"/>
              </a:ext>
            </a:extLst>
          </p:cNvPr>
          <p:cNvCxnSpPr/>
          <p:nvPr/>
        </p:nvCxnSpPr>
        <p:spPr>
          <a:xfrm>
            <a:off x="3885179" y="2350768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D87F34E-386B-435B-A1DC-78092202194F}"/>
              </a:ext>
            </a:extLst>
          </p:cNvPr>
          <p:cNvSpPr txBox="1"/>
          <p:nvPr/>
        </p:nvSpPr>
        <p:spPr>
          <a:xfrm>
            <a:off x="3851956" y="2484340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E21762-310D-4CB0-AF7C-770B044CF15E}"/>
              </a:ext>
            </a:extLst>
          </p:cNvPr>
          <p:cNvSpPr txBox="1"/>
          <p:nvPr/>
        </p:nvSpPr>
        <p:spPr>
          <a:xfrm>
            <a:off x="4842245" y="2484340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09 : 00</a:t>
            </a:r>
            <a:endParaRPr lang="ko-KR" alt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6F0884-B313-48C5-A93C-57B7B494995F}"/>
              </a:ext>
            </a:extLst>
          </p:cNvPr>
          <p:cNvSpPr txBox="1"/>
          <p:nvPr/>
        </p:nvSpPr>
        <p:spPr>
          <a:xfrm>
            <a:off x="5626441" y="2484340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238010-DC7B-46EE-AF0D-CCAB4F7F86DD}"/>
              </a:ext>
            </a:extLst>
          </p:cNvPr>
          <p:cNvSpPr txBox="1"/>
          <p:nvPr/>
        </p:nvSpPr>
        <p:spPr>
          <a:xfrm>
            <a:off x="6908381" y="2484340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8</a:t>
            </a:r>
            <a:endParaRPr lang="ko-KR" alt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88FB12-8D81-4CFD-BB37-072A2481A037}"/>
              </a:ext>
            </a:extLst>
          </p:cNvPr>
          <p:cNvSpPr txBox="1"/>
          <p:nvPr/>
        </p:nvSpPr>
        <p:spPr>
          <a:xfrm>
            <a:off x="7902966" y="2484340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6BD45EA-E53B-4130-BCA6-66AD4AC17F48}"/>
              </a:ext>
            </a:extLst>
          </p:cNvPr>
          <p:cNvSpPr/>
          <p:nvPr/>
        </p:nvSpPr>
        <p:spPr>
          <a:xfrm>
            <a:off x="8800867" y="2484340"/>
            <a:ext cx="863320" cy="261609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신청 마감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9D099C0-AD56-47BA-947D-8D13B221DC9F}"/>
              </a:ext>
            </a:extLst>
          </p:cNvPr>
          <p:cNvCxnSpPr/>
          <p:nvPr/>
        </p:nvCxnSpPr>
        <p:spPr>
          <a:xfrm>
            <a:off x="3896344" y="2902266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A5A321D-1E28-454B-B284-B144C0E30EF3}"/>
              </a:ext>
            </a:extLst>
          </p:cNvPr>
          <p:cNvSpPr txBox="1"/>
          <p:nvPr/>
        </p:nvSpPr>
        <p:spPr>
          <a:xfrm>
            <a:off x="3851956" y="3035836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653D22-30DF-4997-8601-68EEEF71055C}"/>
              </a:ext>
            </a:extLst>
          </p:cNvPr>
          <p:cNvSpPr txBox="1"/>
          <p:nvPr/>
        </p:nvSpPr>
        <p:spPr>
          <a:xfrm>
            <a:off x="4842245" y="3035836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11 : 00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641481-C6C9-4C72-9E3C-F2F47356ACE9}"/>
              </a:ext>
            </a:extLst>
          </p:cNvPr>
          <p:cNvSpPr txBox="1"/>
          <p:nvPr/>
        </p:nvSpPr>
        <p:spPr>
          <a:xfrm>
            <a:off x="5626441" y="3035836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ED79AA-B016-4F14-B3D6-709BCD46C6D9}"/>
              </a:ext>
            </a:extLst>
          </p:cNvPr>
          <p:cNvSpPr txBox="1"/>
          <p:nvPr/>
        </p:nvSpPr>
        <p:spPr>
          <a:xfrm>
            <a:off x="6908381" y="3035836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7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ED6132-82BB-426A-AB0E-6659243512C3}"/>
              </a:ext>
            </a:extLst>
          </p:cNvPr>
          <p:cNvSpPr txBox="1"/>
          <p:nvPr/>
        </p:nvSpPr>
        <p:spPr>
          <a:xfrm>
            <a:off x="7902966" y="3035836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E083CAC-A23E-4E8A-B91C-AD314952EF2A}"/>
              </a:ext>
            </a:extLst>
          </p:cNvPr>
          <p:cNvSpPr/>
          <p:nvPr/>
        </p:nvSpPr>
        <p:spPr>
          <a:xfrm>
            <a:off x="8800867" y="3035836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마감 임박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CDD236C-AC3A-470F-B3DE-F99631F33FA4}"/>
              </a:ext>
            </a:extLst>
          </p:cNvPr>
          <p:cNvCxnSpPr/>
          <p:nvPr/>
        </p:nvCxnSpPr>
        <p:spPr>
          <a:xfrm>
            <a:off x="3896344" y="3453762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36C9E16-3D6A-4986-B815-5901A304AE97}"/>
              </a:ext>
            </a:extLst>
          </p:cNvPr>
          <p:cNvSpPr txBox="1"/>
          <p:nvPr/>
        </p:nvSpPr>
        <p:spPr>
          <a:xfrm>
            <a:off x="3851956" y="3587332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099FF-4725-4C02-9CAB-2450BAB38940}"/>
              </a:ext>
            </a:extLst>
          </p:cNvPr>
          <p:cNvSpPr txBox="1"/>
          <p:nvPr/>
        </p:nvSpPr>
        <p:spPr>
          <a:xfrm>
            <a:off x="4842245" y="3587332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13 : 00</a:t>
            </a:r>
            <a:endParaRPr lang="ko-KR" altLang="en-US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98EF36-CC74-4E1C-98B7-28A0D0122872}"/>
              </a:ext>
            </a:extLst>
          </p:cNvPr>
          <p:cNvSpPr txBox="1"/>
          <p:nvPr/>
        </p:nvSpPr>
        <p:spPr>
          <a:xfrm>
            <a:off x="5626441" y="3587332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68A4F9-7220-4A03-BF10-E75D0BAC47B6}"/>
              </a:ext>
            </a:extLst>
          </p:cNvPr>
          <p:cNvSpPr txBox="1"/>
          <p:nvPr/>
        </p:nvSpPr>
        <p:spPr>
          <a:xfrm>
            <a:off x="6908381" y="3587332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7</a:t>
            </a:r>
            <a:endParaRPr lang="ko-KR" altLang="en-US" sz="11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89B823-6195-4D52-9422-CF27B8B8F637}"/>
              </a:ext>
            </a:extLst>
          </p:cNvPr>
          <p:cNvSpPr txBox="1"/>
          <p:nvPr/>
        </p:nvSpPr>
        <p:spPr>
          <a:xfrm>
            <a:off x="7902966" y="3587332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094B25F-5347-4F2F-B71A-E3CAD21CFD48}"/>
              </a:ext>
            </a:extLst>
          </p:cNvPr>
          <p:cNvSpPr/>
          <p:nvPr/>
        </p:nvSpPr>
        <p:spPr>
          <a:xfrm>
            <a:off x="8800867" y="3587332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마감 임박</a:t>
            </a:r>
            <a:endParaRPr lang="ko-KR" altLang="en-US" sz="1100" dirty="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2F55632-046E-42DF-8CFB-6DA9AC73DAD8}"/>
              </a:ext>
            </a:extLst>
          </p:cNvPr>
          <p:cNvCxnSpPr/>
          <p:nvPr/>
        </p:nvCxnSpPr>
        <p:spPr>
          <a:xfrm>
            <a:off x="3896344" y="4005258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5F0667D-0B52-43C4-8D4D-4C786AE86EC5}"/>
              </a:ext>
            </a:extLst>
          </p:cNvPr>
          <p:cNvSpPr txBox="1"/>
          <p:nvPr/>
        </p:nvSpPr>
        <p:spPr>
          <a:xfrm>
            <a:off x="3851956" y="4142954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81D43D-E38C-456D-B81D-01F6FF6767CF}"/>
              </a:ext>
            </a:extLst>
          </p:cNvPr>
          <p:cNvSpPr txBox="1"/>
          <p:nvPr/>
        </p:nvSpPr>
        <p:spPr>
          <a:xfrm>
            <a:off x="4842245" y="4142954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15 : 00</a:t>
            </a:r>
            <a:endParaRPr lang="ko-KR" altLang="en-US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E969B6-1C2F-448F-9D74-F80D03E74618}"/>
              </a:ext>
            </a:extLst>
          </p:cNvPr>
          <p:cNvSpPr txBox="1"/>
          <p:nvPr/>
        </p:nvSpPr>
        <p:spPr>
          <a:xfrm>
            <a:off x="5626441" y="4142954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459C9B-0948-48AF-B55F-757F4D8A6DBE}"/>
              </a:ext>
            </a:extLst>
          </p:cNvPr>
          <p:cNvSpPr txBox="1"/>
          <p:nvPr/>
        </p:nvSpPr>
        <p:spPr>
          <a:xfrm>
            <a:off x="6908381" y="4142954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</a:t>
            </a:r>
            <a:endParaRPr lang="ko-KR" alt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13F313-6071-4CC3-9CE4-2E9A60F609C1}"/>
              </a:ext>
            </a:extLst>
          </p:cNvPr>
          <p:cNvSpPr txBox="1"/>
          <p:nvPr/>
        </p:nvSpPr>
        <p:spPr>
          <a:xfrm>
            <a:off x="7902966" y="4142954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E567A4A-3FAF-4E0D-BCC6-FCE48C8D7946}"/>
              </a:ext>
            </a:extLst>
          </p:cNvPr>
          <p:cNvSpPr/>
          <p:nvPr/>
        </p:nvSpPr>
        <p:spPr>
          <a:xfrm>
            <a:off x="8800867" y="4142954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신청 가능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68A81272-EB50-4160-B457-E7D12393D37C}"/>
              </a:ext>
            </a:extLst>
          </p:cNvPr>
          <p:cNvCxnSpPr/>
          <p:nvPr/>
        </p:nvCxnSpPr>
        <p:spPr>
          <a:xfrm>
            <a:off x="3896344" y="4560880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9FF041F-25D3-4545-A045-A1D5741117B0}"/>
              </a:ext>
            </a:extLst>
          </p:cNvPr>
          <p:cNvSpPr txBox="1"/>
          <p:nvPr/>
        </p:nvSpPr>
        <p:spPr>
          <a:xfrm>
            <a:off x="3851956" y="4712970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2DA7B8-5B32-4D74-AA79-C5A905519B7F}"/>
              </a:ext>
            </a:extLst>
          </p:cNvPr>
          <p:cNvSpPr txBox="1"/>
          <p:nvPr/>
        </p:nvSpPr>
        <p:spPr>
          <a:xfrm>
            <a:off x="4842245" y="4712970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17 : 00</a:t>
            </a:r>
            <a:endParaRPr lang="ko-KR" altLang="en-US" sz="11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4C2859-8E12-4872-8BD5-3B5BAD09DD8B}"/>
              </a:ext>
            </a:extLst>
          </p:cNvPr>
          <p:cNvSpPr txBox="1"/>
          <p:nvPr/>
        </p:nvSpPr>
        <p:spPr>
          <a:xfrm>
            <a:off x="5626441" y="4712970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FFEC64-155A-4268-85B2-4F589A485DE0}"/>
              </a:ext>
            </a:extLst>
          </p:cNvPr>
          <p:cNvSpPr txBox="1"/>
          <p:nvPr/>
        </p:nvSpPr>
        <p:spPr>
          <a:xfrm>
            <a:off x="6908381" y="4712970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C3EA40-B995-4B4E-BCFC-66362E06B719}"/>
              </a:ext>
            </a:extLst>
          </p:cNvPr>
          <p:cNvSpPr txBox="1"/>
          <p:nvPr/>
        </p:nvSpPr>
        <p:spPr>
          <a:xfrm>
            <a:off x="7902966" y="4712970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9CC37CB-0594-4942-A8A1-CE996D4ECA43}"/>
              </a:ext>
            </a:extLst>
          </p:cNvPr>
          <p:cNvSpPr/>
          <p:nvPr/>
        </p:nvSpPr>
        <p:spPr>
          <a:xfrm>
            <a:off x="8800867" y="4712970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신청 가능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427FAF0-F952-4F6C-ACBC-3550A823D9DF}"/>
              </a:ext>
            </a:extLst>
          </p:cNvPr>
          <p:cNvCxnSpPr/>
          <p:nvPr/>
        </p:nvCxnSpPr>
        <p:spPr>
          <a:xfrm>
            <a:off x="3896344" y="5130896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ED78956-0D35-4D1B-8621-AB75F2FA12EE}"/>
              </a:ext>
            </a:extLst>
          </p:cNvPr>
          <p:cNvSpPr txBox="1"/>
          <p:nvPr/>
        </p:nvSpPr>
        <p:spPr>
          <a:xfrm>
            <a:off x="3842133" y="5282984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9E3FAE-5C0E-4C6C-9DC3-21598A04D5EB}"/>
              </a:ext>
            </a:extLst>
          </p:cNvPr>
          <p:cNvSpPr txBox="1"/>
          <p:nvPr/>
        </p:nvSpPr>
        <p:spPr>
          <a:xfrm>
            <a:off x="4832422" y="5282984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19 : 00</a:t>
            </a:r>
            <a:endParaRPr lang="ko-KR" altLang="en-US" sz="11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F62060-5486-4916-B4E7-562DB3ED7D95}"/>
              </a:ext>
            </a:extLst>
          </p:cNvPr>
          <p:cNvSpPr txBox="1"/>
          <p:nvPr/>
        </p:nvSpPr>
        <p:spPr>
          <a:xfrm>
            <a:off x="5616618" y="5282984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008D82-8C1D-4AA8-9823-FBE4524A5FE5}"/>
              </a:ext>
            </a:extLst>
          </p:cNvPr>
          <p:cNvSpPr txBox="1"/>
          <p:nvPr/>
        </p:nvSpPr>
        <p:spPr>
          <a:xfrm>
            <a:off x="6898558" y="5282984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5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7A3F15-7AA9-473D-8393-4147A05863C4}"/>
              </a:ext>
            </a:extLst>
          </p:cNvPr>
          <p:cNvSpPr txBox="1"/>
          <p:nvPr/>
        </p:nvSpPr>
        <p:spPr>
          <a:xfrm>
            <a:off x="7893143" y="5282984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D011A3AC-8C45-4A93-AB30-077E06D1DC51}"/>
              </a:ext>
            </a:extLst>
          </p:cNvPr>
          <p:cNvSpPr/>
          <p:nvPr/>
        </p:nvSpPr>
        <p:spPr>
          <a:xfrm>
            <a:off x="8791044" y="5282984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신청 가능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8E2F8EEC-8E0A-42B3-B1EB-E0B197868030}"/>
              </a:ext>
            </a:extLst>
          </p:cNvPr>
          <p:cNvCxnSpPr/>
          <p:nvPr/>
        </p:nvCxnSpPr>
        <p:spPr>
          <a:xfrm>
            <a:off x="3886521" y="5700910"/>
            <a:ext cx="58227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98241ED-6323-4943-B772-3F4E923CDCE8}"/>
              </a:ext>
            </a:extLst>
          </p:cNvPr>
          <p:cNvSpPr txBox="1"/>
          <p:nvPr/>
        </p:nvSpPr>
        <p:spPr>
          <a:xfrm>
            <a:off x="3851956" y="5854574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2022-03-01</a:t>
            </a:r>
            <a:endParaRPr lang="ko-KR" altLang="en-US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40E870-5434-4EA9-BB5D-6EBE9CCA2CBB}"/>
              </a:ext>
            </a:extLst>
          </p:cNvPr>
          <p:cNvSpPr txBox="1"/>
          <p:nvPr/>
        </p:nvSpPr>
        <p:spPr>
          <a:xfrm>
            <a:off x="4842245" y="5854574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21 : 00</a:t>
            </a:r>
            <a:endParaRPr lang="ko-KR" altLang="en-US" sz="11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8DFD216-55BD-458D-9675-81988B73F40C}"/>
              </a:ext>
            </a:extLst>
          </p:cNvPr>
          <p:cNvSpPr txBox="1"/>
          <p:nvPr/>
        </p:nvSpPr>
        <p:spPr>
          <a:xfrm>
            <a:off x="5626441" y="5854574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BDA6A36-7F00-4CAC-9772-F695090EF0D0}"/>
              </a:ext>
            </a:extLst>
          </p:cNvPr>
          <p:cNvSpPr txBox="1"/>
          <p:nvPr/>
        </p:nvSpPr>
        <p:spPr>
          <a:xfrm>
            <a:off x="6908381" y="5854574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75A00A-4931-4168-B135-960B6A48280B}"/>
              </a:ext>
            </a:extLst>
          </p:cNvPr>
          <p:cNvSpPr txBox="1"/>
          <p:nvPr/>
        </p:nvSpPr>
        <p:spPr>
          <a:xfrm>
            <a:off x="7902966" y="5854574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4 VS 4</a:t>
            </a:r>
            <a:endParaRPr lang="ko-KR" altLang="en-US" sz="1100" dirty="0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C3F36E82-782F-4F40-B430-B99E2E35CD30}"/>
              </a:ext>
            </a:extLst>
          </p:cNvPr>
          <p:cNvSpPr/>
          <p:nvPr/>
        </p:nvSpPr>
        <p:spPr>
          <a:xfrm>
            <a:off x="8800867" y="5854574"/>
            <a:ext cx="863320" cy="2616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신청 가능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6D02660-6B1A-4E17-A71F-607BF5D56DC8}"/>
              </a:ext>
            </a:extLst>
          </p:cNvPr>
          <p:cNvSpPr/>
          <p:nvPr/>
        </p:nvSpPr>
        <p:spPr>
          <a:xfrm>
            <a:off x="10070987" y="756278"/>
            <a:ext cx="1602204" cy="55587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광</a:t>
            </a:r>
            <a:endParaRPr lang="en-US" altLang="ko-KR" dirty="0"/>
          </a:p>
          <a:p>
            <a:pPr algn="ctr"/>
            <a:r>
              <a:rPr lang="ko-KR" altLang="en-US" dirty="0"/>
              <a:t>고</a:t>
            </a:r>
            <a:endParaRPr lang="en-US" altLang="ko-KR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A2556-3951-44B6-86D9-4AE2B90DC963}"/>
              </a:ext>
            </a:extLst>
          </p:cNvPr>
          <p:cNvSpPr txBox="1"/>
          <p:nvPr/>
        </p:nvSpPr>
        <p:spPr>
          <a:xfrm>
            <a:off x="2623575" y="234097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</a:rPr>
              <a:t>경기 예약</a:t>
            </a:r>
          </a:p>
        </p:txBody>
      </p:sp>
    </p:spTree>
    <p:extLst>
      <p:ext uri="{BB962C8B-B14F-4D97-AF65-F5344CB8AC3E}">
        <p14:creationId xmlns:p14="http://schemas.microsoft.com/office/powerpoint/2010/main" val="140881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52BECEF-A365-45D7-B6CB-E1E8B84E34A2}"/>
              </a:ext>
            </a:extLst>
          </p:cNvPr>
          <p:cNvSpPr/>
          <p:nvPr/>
        </p:nvSpPr>
        <p:spPr>
          <a:xfrm>
            <a:off x="868680" y="586739"/>
            <a:ext cx="3680460" cy="3401487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4F6951-E252-415A-8233-D55E9FF6447A}"/>
              </a:ext>
            </a:extLst>
          </p:cNvPr>
          <p:cNvSpPr/>
          <p:nvPr/>
        </p:nvSpPr>
        <p:spPr>
          <a:xfrm>
            <a:off x="4686300" y="586740"/>
            <a:ext cx="3680460" cy="34014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E05B71F-B489-431B-9468-DA9C331380B8}"/>
              </a:ext>
            </a:extLst>
          </p:cNvPr>
          <p:cNvCxnSpPr/>
          <p:nvPr/>
        </p:nvCxnSpPr>
        <p:spPr>
          <a:xfrm>
            <a:off x="1005840" y="1127760"/>
            <a:ext cx="34137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C64009-968A-455A-B6EF-B5C9C3E3447C}"/>
              </a:ext>
            </a:extLst>
          </p:cNvPr>
          <p:cNvCxnSpPr/>
          <p:nvPr/>
        </p:nvCxnSpPr>
        <p:spPr>
          <a:xfrm>
            <a:off x="4800600" y="1127760"/>
            <a:ext cx="34137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C1DCE2-6A4E-4BD3-8DFC-598BCA28BFD2}"/>
              </a:ext>
            </a:extLst>
          </p:cNvPr>
          <p:cNvSpPr txBox="1"/>
          <p:nvPr/>
        </p:nvSpPr>
        <p:spPr>
          <a:xfrm>
            <a:off x="1005840" y="71651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DGB</a:t>
            </a:r>
            <a:r>
              <a:rPr lang="ko-KR" altLang="en-US" dirty="0" err="1"/>
              <a:t>풋살장</a:t>
            </a:r>
            <a:endParaRPr lang="ko-KR" altLang="en-US" dirty="0"/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FCDD91DC-6247-4D61-857C-6FE73964617A}"/>
              </a:ext>
            </a:extLst>
          </p:cNvPr>
          <p:cNvSpPr/>
          <p:nvPr/>
        </p:nvSpPr>
        <p:spPr>
          <a:xfrm>
            <a:off x="2344668" y="764912"/>
            <a:ext cx="726192" cy="268584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✏️수정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A7A73-AF5F-497F-B23B-F6A814640645}"/>
              </a:ext>
            </a:extLst>
          </p:cNvPr>
          <p:cNvSpPr txBox="1"/>
          <p:nvPr/>
        </p:nvSpPr>
        <p:spPr>
          <a:xfrm>
            <a:off x="4800600" y="71651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경기장 정보</a:t>
            </a:r>
          </a:p>
        </p:txBody>
      </p:sp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5440AB3C-10A9-4580-B2BB-B6712413C30B}"/>
              </a:ext>
            </a:extLst>
          </p:cNvPr>
          <p:cNvSpPr/>
          <p:nvPr/>
        </p:nvSpPr>
        <p:spPr>
          <a:xfrm>
            <a:off x="6188410" y="748730"/>
            <a:ext cx="1195370" cy="268584"/>
          </a:xfrm>
          <a:prstGeom prst="flowChartTerminator">
            <a:avLst/>
          </a:prstGeom>
          <a:solidFill>
            <a:srgbClr val="89F46C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✖️경기장 추가</a:t>
            </a:r>
          </a:p>
        </p:txBody>
      </p:sp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9DDEBE66-1E8C-4FE9-B132-1E5A64B2F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21758"/>
              </p:ext>
            </p:extLst>
          </p:nvPr>
        </p:nvGraphicFramePr>
        <p:xfrm>
          <a:off x="1064260" y="1226326"/>
          <a:ext cx="3294380" cy="166266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886460">
                  <a:extLst>
                    <a:ext uri="{9D8B030D-6E8A-4147-A177-3AD203B41FA5}">
                      <a16:colId xmlns:a16="http://schemas.microsoft.com/office/drawing/2014/main" val="412256528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220985040"/>
                    </a:ext>
                  </a:extLst>
                </a:gridCol>
              </a:tblGrid>
              <a:tr h="296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📍주소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대구 동구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봉무동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12043"/>
                  </a:ext>
                </a:extLst>
              </a:tr>
              <a:tr h="1920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📲</a:t>
                      </a:r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/>
                        <a:t>01012341234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16342"/>
                  </a:ext>
                </a:extLst>
              </a:tr>
              <a:tr h="11379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⚒️</a:t>
                      </a:r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시설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26247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812AB40-4638-48C5-BBB2-FAD444B0416D}"/>
              </a:ext>
            </a:extLst>
          </p:cNvPr>
          <p:cNvSpPr txBox="1"/>
          <p:nvPr/>
        </p:nvSpPr>
        <p:spPr>
          <a:xfrm>
            <a:off x="1971468" y="1824860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🚗</a:t>
            </a:r>
            <a:r>
              <a:rPr lang="ko-KR" altLang="en-US" sz="900" b="1" dirty="0"/>
              <a:t>주차장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F13DD0-B18C-4F24-8497-210C9875368B}"/>
              </a:ext>
            </a:extLst>
          </p:cNvPr>
          <p:cNvSpPr txBox="1"/>
          <p:nvPr/>
        </p:nvSpPr>
        <p:spPr>
          <a:xfrm>
            <a:off x="3070860" y="1824860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🛁</a:t>
            </a:r>
            <a:r>
              <a:rPr lang="ko-KR" altLang="en-US" sz="900" b="1" dirty="0"/>
              <a:t>샤워장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2F2842-6C50-43B8-84C4-913C2F204EA0}"/>
              </a:ext>
            </a:extLst>
          </p:cNvPr>
          <p:cNvSpPr txBox="1"/>
          <p:nvPr/>
        </p:nvSpPr>
        <p:spPr>
          <a:xfrm>
            <a:off x="1971468" y="2045333"/>
            <a:ext cx="10406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👟</a:t>
            </a:r>
            <a:r>
              <a:rPr lang="ko-KR" altLang="en-US" sz="900" b="1" dirty="0"/>
              <a:t>신발 대여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5EA20-B9F3-46AE-BB1E-5F01EA768AC2}"/>
              </a:ext>
            </a:extLst>
          </p:cNvPr>
          <p:cNvSpPr txBox="1"/>
          <p:nvPr/>
        </p:nvSpPr>
        <p:spPr>
          <a:xfrm>
            <a:off x="3070860" y="2045333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👕</a:t>
            </a:r>
            <a:r>
              <a:rPr lang="ko-KR" altLang="en-US" sz="900" b="1" dirty="0"/>
              <a:t>유니폼 대여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ADB504-9DB1-4A9C-8D22-2FBB528D1B8F}"/>
              </a:ext>
            </a:extLst>
          </p:cNvPr>
          <p:cNvSpPr txBox="1"/>
          <p:nvPr/>
        </p:nvSpPr>
        <p:spPr>
          <a:xfrm>
            <a:off x="1971468" y="2259303"/>
            <a:ext cx="10406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💡</a:t>
            </a:r>
            <a:r>
              <a:rPr lang="ko-KR" altLang="en-US" sz="900" b="1" dirty="0"/>
              <a:t>야간 조명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41CAD5-E684-443E-B67D-FDAD2E0ECA22}"/>
              </a:ext>
            </a:extLst>
          </p:cNvPr>
          <p:cNvSpPr txBox="1"/>
          <p:nvPr/>
        </p:nvSpPr>
        <p:spPr>
          <a:xfrm>
            <a:off x="3070860" y="2259303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🚻</a:t>
            </a:r>
            <a:r>
              <a:rPr lang="ko-KR" altLang="en-US" sz="900" b="1" dirty="0"/>
              <a:t>화장실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C6D7E6-53D3-4146-BE86-50A680FA1433}"/>
              </a:ext>
            </a:extLst>
          </p:cNvPr>
          <p:cNvSpPr txBox="1"/>
          <p:nvPr/>
        </p:nvSpPr>
        <p:spPr>
          <a:xfrm>
            <a:off x="1971468" y="2479776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🍔</a:t>
            </a:r>
            <a:r>
              <a:rPr lang="ko-KR" altLang="en-US" sz="900" b="1" dirty="0"/>
              <a:t>매점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7AC88A-2A14-46E0-BE28-F9669AE1DF41}"/>
              </a:ext>
            </a:extLst>
          </p:cNvPr>
          <p:cNvSpPr/>
          <p:nvPr/>
        </p:nvSpPr>
        <p:spPr>
          <a:xfrm>
            <a:off x="4853940" y="1303020"/>
            <a:ext cx="3284220" cy="12649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FE756CA-CE08-498E-95BC-9AC90C63CE76}"/>
              </a:ext>
            </a:extLst>
          </p:cNvPr>
          <p:cNvCxnSpPr>
            <a:cxnSpLocks/>
          </p:cNvCxnSpPr>
          <p:nvPr/>
        </p:nvCxnSpPr>
        <p:spPr>
          <a:xfrm>
            <a:off x="4968240" y="1631946"/>
            <a:ext cx="3055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7A78F7-FB02-48BD-B9AB-9EEDFAE24DFF}"/>
              </a:ext>
            </a:extLst>
          </p:cNvPr>
          <p:cNvSpPr txBox="1"/>
          <p:nvPr/>
        </p:nvSpPr>
        <p:spPr>
          <a:xfrm>
            <a:off x="4968240" y="1362716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</a:t>
            </a:r>
            <a:r>
              <a:rPr lang="ko-KR" altLang="en-US" sz="1100" dirty="0"/>
              <a:t>경기장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E5A6C8A3-88B4-4570-A530-E547DF58A7F8}"/>
              </a:ext>
            </a:extLst>
          </p:cNvPr>
          <p:cNvSpPr/>
          <p:nvPr/>
        </p:nvSpPr>
        <p:spPr>
          <a:xfrm>
            <a:off x="5669073" y="1400817"/>
            <a:ext cx="426927" cy="185407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수정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DA073B04-53B8-4D2B-BF21-CE47677394EF}"/>
              </a:ext>
            </a:extLst>
          </p:cNvPr>
          <p:cNvSpPr/>
          <p:nvPr/>
        </p:nvSpPr>
        <p:spPr>
          <a:xfrm>
            <a:off x="6142690" y="1400817"/>
            <a:ext cx="426927" cy="185407"/>
          </a:xfrm>
          <a:prstGeom prst="flowChartTerminator">
            <a:avLst/>
          </a:prstGeom>
          <a:solidFill>
            <a:srgbClr val="FF6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삭제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72841B-A946-49F3-BBC5-7E701E8C6246}"/>
              </a:ext>
            </a:extLst>
          </p:cNvPr>
          <p:cNvSpPr/>
          <p:nvPr/>
        </p:nvSpPr>
        <p:spPr>
          <a:xfrm>
            <a:off x="4968240" y="1662426"/>
            <a:ext cx="2987040" cy="8277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가격 </a:t>
            </a:r>
            <a:r>
              <a:rPr lang="en-US" altLang="ko-KR" sz="900" dirty="0"/>
              <a:t>: 20000</a:t>
            </a:r>
            <a:r>
              <a:rPr lang="ko-KR" altLang="en-US" sz="900" dirty="0"/>
              <a:t>원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 err="1"/>
              <a:t>매치룰</a:t>
            </a:r>
            <a:r>
              <a:rPr lang="ko-KR" altLang="en-US" sz="900" dirty="0"/>
              <a:t> </a:t>
            </a:r>
            <a:r>
              <a:rPr lang="en-US" altLang="ko-KR" sz="900" dirty="0"/>
              <a:t>: 4 VS 4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실</a:t>
            </a:r>
            <a:r>
              <a:rPr lang="en-US" altLang="ko-KR" sz="900" dirty="0"/>
              <a:t>/</a:t>
            </a:r>
            <a:r>
              <a:rPr lang="ko-KR" altLang="en-US" sz="900" dirty="0"/>
              <a:t>내외 </a:t>
            </a:r>
            <a:r>
              <a:rPr lang="en-US" altLang="ko-KR" sz="900" dirty="0"/>
              <a:t>: </a:t>
            </a:r>
            <a:r>
              <a:rPr lang="ko-KR" altLang="en-US" sz="900" dirty="0"/>
              <a:t>실내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/>
              <a:t>경기장 </a:t>
            </a:r>
            <a:r>
              <a:rPr lang="en-US" altLang="ko-KR" sz="900" dirty="0"/>
              <a:t>: </a:t>
            </a:r>
            <a:r>
              <a:rPr lang="ko-KR" altLang="en-US" sz="900" dirty="0"/>
              <a:t>인조잔디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2C9FC9C-C6BD-425A-97EE-340E4EA85763}"/>
              </a:ext>
            </a:extLst>
          </p:cNvPr>
          <p:cNvSpPr/>
          <p:nvPr/>
        </p:nvSpPr>
        <p:spPr>
          <a:xfrm>
            <a:off x="4853940" y="2636520"/>
            <a:ext cx="3284220" cy="12649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AE9D256-F288-4D70-B0A9-E7BA1DBBD5E2}"/>
              </a:ext>
            </a:extLst>
          </p:cNvPr>
          <p:cNvCxnSpPr>
            <a:cxnSpLocks/>
          </p:cNvCxnSpPr>
          <p:nvPr/>
        </p:nvCxnSpPr>
        <p:spPr>
          <a:xfrm>
            <a:off x="4968240" y="2965446"/>
            <a:ext cx="3055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C24DC95-8CCB-4E46-9AFE-138461D5E71A}"/>
              </a:ext>
            </a:extLst>
          </p:cNvPr>
          <p:cNvSpPr txBox="1"/>
          <p:nvPr/>
        </p:nvSpPr>
        <p:spPr>
          <a:xfrm>
            <a:off x="4968240" y="2696216"/>
            <a:ext cx="6896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B</a:t>
            </a:r>
            <a:r>
              <a:rPr lang="ko-KR" altLang="en-US" sz="1100" dirty="0"/>
              <a:t>경기장</a:t>
            </a:r>
          </a:p>
        </p:txBody>
      </p:sp>
      <p:sp>
        <p:nvSpPr>
          <p:cNvPr id="43" name="순서도: 수행의 시작/종료 42">
            <a:extLst>
              <a:ext uri="{FF2B5EF4-FFF2-40B4-BE49-F238E27FC236}">
                <a16:creationId xmlns:a16="http://schemas.microsoft.com/office/drawing/2014/main" id="{C5930C98-13AA-4AB2-A66B-748910451160}"/>
              </a:ext>
            </a:extLst>
          </p:cNvPr>
          <p:cNvSpPr/>
          <p:nvPr/>
        </p:nvSpPr>
        <p:spPr>
          <a:xfrm>
            <a:off x="5669073" y="2734317"/>
            <a:ext cx="426927" cy="185407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수정</a:t>
            </a:r>
          </a:p>
        </p:txBody>
      </p:sp>
      <p:sp>
        <p:nvSpPr>
          <p:cNvPr id="44" name="순서도: 수행의 시작/종료 43">
            <a:extLst>
              <a:ext uri="{FF2B5EF4-FFF2-40B4-BE49-F238E27FC236}">
                <a16:creationId xmlns:a16="http://schemas.microsoft.com/office/drawing/2014/main" id="{9EC88B9F-5F37-4265-9485-D36606FCDBD6}"/>
              </a:ext>
            </a:extLst>
          </p:cNvPr>
          <p:cNvSpPr/>
          <p:nvPr/>
        </p:nvSpPr>
        <p:spPr>
          <a:xfrm>
            <a:off x="6142690" y="2734317"/>
            <a:ext cx="426927" cy="185407"/>
          </a:xfrm>
          <a:prstGeom prst="flowChartTerminator">
            <a:avLst/>
          </a:prstGeom>
          <a:solidFill>
            <a:srgbClr val="FF6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삭제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93DD171-29B3-45BD-8B66-0ED329CEADA7}"/>
              </a:ext>
            </a:extLst>
          </p:cNvPr>
          <p:cNvSpPr/>
          <p:nvPr/>
        </p:nvSpPr>
        <p:spPr>
          <a:xfrm>
            <a:off x="4968240" y="2995926"/>
            <a:ext cx="2987040" cy="8277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가격 </a:t>
            </a:r>
            <a:r>
              <a:rPr lang="en-US" altLang="ko-KR" sz="900" dirty="0"/>
              <a:t>: 20000</a:t>
            </a:r>
            <a:r>
              <a:rPr lang="ko-KR" altLang="en-US" sz="900" dirty="0"/>
              <a:t>원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 err="1"/>
              <a:t>매치룰</a:t>
            </a:r>
            <a:r>
              <a:rPr lang="ko-KR" altLang="en-US" sz="900" dirty="0"/>
              <a:t> </a:t>
            </a:r>
            <a:r>
              <a:rPr lang="en-US" altLang="ko-KR" sz="900" dirty="0"/>
              <a:t>: 4 VS 4</a:t>
            </a:r>
          </a:p>
          <a:p>
            <a:pPr>
              <a:lnSpc>
                <a:spcPct val="150000"/>
              </a:lnSpc>
            </a:pPr>
            <a:r>
              <a:rPr lang="ko-KR" altLang="en-US" sz="900" dirty="0"/>
              <a:t>실</a:t>
            </a:r>
            <a:r>
              <a:rPr lang="en-US" altLang="ko-KR" sz="900" dirty="0"/>
              <a:t>/</a:t>
            </a:r>
            <a:r>
              <a:rPr lang="ko-KR" altLang="en-US" sz="900" dirty="0"/>
              <a:t>내외 </a:t>
            </a:r>
            <a:r>
              <a:rPr lang="en-US" altLang="ko-KR" sz="900" dirty="0"/>
              <a:t>: </a:t>
            </a:r>
            <a:r>
              <a:rPr lang="ko-KR" altLang="en-US" sz="900" dirty="0"/>
              <a:t>실내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/>
              <a:t>경기장 </a:t>
            </a:r>
            <a:r>
              <a:rPr lang="en-US" altLang="ko-KR" sz="900" dirty="0"/>
              <a:t>: </a:t>
            </a:r>
            <a:r>
              <a:rPr lang="ko-KR" altLang="en-US" sz="900" dirty="0"/>
              <a:t>인조잔디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A52F1E-305A-4FBF-B9D4-E0F89B5CD6D4}"/>
              </a:ext>
            </a:extLst>
          </p:cNvPr>
          <p:cNvSpPr/>
          <p:nvPr/>
        </p:nvSpPr>
        <p:spPr>
          <a:xfrm>
            <a:off x="868680" y="4122420"/>
            <a:ext cx="7498080" cy="24993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743E730-6669-4426-9969-2A68386674CC}"/>
              </a:ext>
            </a:extLst>
          </p:cNvPr>
          <p:cNvCxnSpPr>
            <a:cxnSpLocks/>
          </p:cNvCxnSpPr>
          <p:nvPr/>
        </p:nvCxnSpPr>
        <p:spPr>
          <a:xfrm>
            <a:off x="1005840" y="4716780"/>
            <a:ext cx="7208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7D6D24-1385-4275-B638-ECA292961DD5}"/>
              </a:ext>
            </a:extLst>
          </p:cNvPr>
          <p:cNvSpPr txBox="1"/>
          <p:nvPr/>
        </p:nvSpPr>
        <p:spPr>
          <a:xfrm>
            <a:off x="1005840" y="4263629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📢안내사항📢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630276-C794-4629-A596-B9482A1F0DE0}"/>
              </a:ext>
            </a:extLst>
          </p:cNvPr>
          <p:cNvSpPr/>
          <p:nvPr/>
        </p:nvSpPr>
        <p:spPr>
          <a:xfrm>
            <a:off x="1005840" y="4774170"/>
            <a:ext cx="7018020" cy="16342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주차 </a:t>
            </a:r>
            <a:r>
              <a:rPr lang="en-US" altLang="ko-KR" sz="1200" dirty="0"/>
              <a:t>: </a:t>
            </a:r>
            <a:r>
              <a:rPr lang="ko-KR" altLang="en-US" sz="1200" dirty="0"/>
              <a:t>주차 </a:t>
            </a:r>
            <a:r>
              <a:rPr lang="en-US" altLang="ko-KR" sz="1200" dirty="0"/>
              <a:t>5</a:t>
            </a:r>
            <a:r>
              <a:rPr lang="ko-KR" altLang="en-US" sz="1200" dirty="0"/>
              <a:t>대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흡연구역 </a:t>
            </a:r>
            <a:r>
              <a:rPr lang="en-US" altLang="ko-KR" sz="1200" dirty="0"/>
              <a:t>: </a:t>
            </a:r>
            <a:r>
              <a:rPr lang="ko-KR" altLang="en-US" sz="1200" dirty="0"/>
              <a:t>사무실 뒤쪽 </a:t>
            </a:r>
            <a:r>
              <a:rPr lang="ko-KR" altLang="en-US" sz="1200" dirty="0" err="1"/>
              <a:t>흡연장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흡연구역 외 절대 금연</a:t>
            </a:r>
            <a:r>
              <a:rPr lang="en-US" altLang="ko-KR" sz="1200" dirty="0"/>
              <a:t>!!)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안내사항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</a:t>
            </a:r>
            <a:r>
              <a:rPr lang="ko-KR" altLang="en-US" sz="1200" dirty="0"/>
              <a:t>코로나로 인하여 </a:t>
            </a:r>
            <a:r>
              <a:rPr lang="ko-KR" altLang="en-US" sz="1200" dirty="0" err="1"/>
              <a:t>풋살장</a:t>
            </a:r>
            <a:r>
              <a:rPr lang="ko-KR" altLang="en-US" sz="1200" dirty="0"/>
              <a:t> 외 장소 이동 시 마스크를 필히 착용하셔야 하며 </a:t>
            </a:r>
            <a:r>
              <a:rPr lang="ko-KR" altLang="en-US" sz="1200" dirty="0" err="1"/>
              <a:t>미이행</a:t>
            </a:r>
            <a:r>
              <a:rPr lang="ko-KR" altLang="en-US" sz="1200" dirty="0"/>
              <a:t> 시 </a:t>
            </a:r>
            <a:r>
              <a:rPr lang="en-US" altLang="ko-KR" sz="1200" dirty="0"/>
              <a:t>CCTV </a:t>
            </a:r>
            <a:r>
              <a:rPr lang="ko-KR" altLang="en-US" sz="1200" dirty="0"/>
              <a:t>확인 후 추후 이용에 불이익이 발생할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- </a:t>
            </a:r>
            <a:r>
              <a:rPr lang="ko-KR" altLang="en-US" sz="1200" dirty="0"/>
              <a:t>모든 경기장과 샤워실 내 애완동물의 출입은 절대 금지이며</a:t>
            </a:r>
            <a:r>
              <a:rPr lang="en-US" altLang="ko-KR" sz="1200" dirty="0"/>
              <a:t>, </a:t>
            </a:r>
            <a:r>
              <a:rPr lang="ko-KR" altLang="en-US" sz="1200" dirty="0"/>
              <a:t>적발 시 퇴출 조치 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AE7B1E66-4AC4-4189-8F35-1517A573FFE8}"/>
              </a:ext>
            </a:extLst>
          </p:cNvPr>
          <p:cNvSpPr/>
          <p:nvPr/>
        </p:nvSpPr>
        <p:spPr>
          <a:xfrm>
            <a:off x="2707764" y="4314003"/>
            <a:ext cx="726192" cy="268584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✏️수정</a:t>
            </a:r>
          </a:p>
        </p:txBody>
      </p:sp>
    </p:spTree>
    <p:extLst>
      <p:ext uri="{BB962C8B-B14F-4D97-AF65-F5344CB8AC3E}">
        <p14:creationId xmlns:p14="http://schemas.microsoft.com/office/powerpoint/2010/main" val="119706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BB79E2-7F97-44DA-A1A6-442CDDE81F23}"/>
              </a:ext>
            </a:extLst>
          </p:cNvPr>
          <p:cNvSpPr/>
          <p:nvPr/>
        </p:nvSpPr>
        <p:spPr>
          <a:xfrm>
            <a:off x="868680" y="586739"/>
            <a:ext cx="7134498" cy="10824212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5B1D6C0-EE7F-4ADA-9ACB-357F91B4C943}"/>
              </a:ext>
            </a:extLst>
          </p:cNvPr>
          <p:cNvCxnSpPr>
            <a:cxnSpLocks/>
          </p:cNvCxnSpPr>
          <p:nvPr/>
        </p:nvCxnSpPr>
        <p:spPr>
          <a:xfrm>
            <a:off x="1005840" y="1127760"/>
            <a:ext cx="67186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61D97F1-D2E1-4D9A-A4D5-CD203D32483E}"/>
              </a:ext>
            </a:extLst>
          </p:cNvPr>
          <p:cNvSpPr txBox="1"/>
          <p:nvPr/>
        </p:nvSpPr>
        <p:spPr>
          <a:xfrm>
            <a:off x="1005840" y="678009"/>
            <a:ext cx="14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풋살장</a:t>
            </a:r>
            <a:r>
              <a:rPr lang="ko-KR" altLang="en-US" dirty="0"/>
              <a:t> 통계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269FD2-6553-49BF-BC09-5768FE5B02A7}"/>
              </a:ext>
            </a:extLst>
          </p:cNvPr>
          <p:cNvSpPr/>
          <p:nvPr/>
        </p:nvSpPr>
        <p:spPr>
          <a:xfrm>
            <a:off x="2985197" y="742667"/>
            <a:ext cx="1718733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🗓️</a:t>
            </a:r>
            <a:r>
              <a:rPr lang="en-US" altLang="ko-KR" sz="1200" dirty="0">
                <a:solidFill>
                  <a:schemeClr val="tx1"/>
                </a:solidFill>
              </a:rPr>
              <a:t>2022-03-02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CB1B0-6CF3-443A-B4D8-1C424EFC47EB}"/>
              </a:ext>
            </a:extLst>
          </p:cNvPr>
          <p:cNvSpPr txBox="1"/>
          <p:nvPr/>
        </p:nvSpPr>
        <p:spPr>
          <a:xfrm>
            <a:off x="2440466" y="736945"/>
            <a:ext cx="54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시작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3E27483-9E81-4219-B83D-FD3E15E68D60}"/>
              </a:ext>
            </a:extLst>
          </p:cNvPr>
          <p:cNvSpPr/>
          <p:nvPr/>
        </p:nvSpPr>
        <p:spPr>
          <a:xfrm>
            <a:off x="5248661" y="742667"/>
            <a:ext cx="1718733" cy="29633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🗓️</a:t>
            </a:r>
            <a:r>
              <a:rPr lang="en-US" altLang="ko-KR" sz="1200" dirty="0">
                <a:solidFill>
                  <a:schemeClr val="tx1"/>
                </a:solidFill>
              </a:rPr>
              <a:t>2022-03-03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7EF4E-B73E-4537-A2E2-6E27855F4955}"/>
              </a:ext>
            </a:extLst>
          </p:cNvPr>
          <p:cNvSpPr txBox="1"/>
          <p:nvPr/>
        </p:nvSpPr>
        <p:spPr>
          <a:xfrm>
            <a:off x="4703930" y="736945"/>
            <a:ext cx="54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종료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5A83AA-6C72-4A8A-9800-5918C6B33A80}"/>
              </a:ext>
            </a:extLst>
          </p:cNvPr>
          <p:cNvSpPr/>
          <p:nvPr/>
        </p:nvSpPr>
        <p:spPr>
          <a:xfrm>
            <a:off x="1005839" y="1341121"/>
            <a:ext cx="6718663" cy="3165564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0F9E9-45CC-4CA0-B90B-E07552015121}"/>
              </a:ext>
            </a:extLst>
          </p:cNvPr>
          <p:cNvSpPr txBox="1"/>
          <p:nvPr/>
        </p:nvSpPr>
        <p:spPr>
          <a:xfrm>
            <a:off x="1193074" y="1410214"/>
            <a:ext cx="14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0BD93EC-82E0-4461-8817-C67A94D937BB}"/>
              </a:ext>
            </a:extLst>
          </p:cNvPr>
          <p:cNvCxnSpPr>
            <a:cxnSpLocks/>
          </p:cNvCxnSpPr>
          <p:nvPr/>
        </p:nvCxnSpPr>
        <p:spPr>
          <a:xfrm>
            <a:off x="1193074" y="1837509"/>
            <a:ext cx="63311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ED915A70-86A5-4707-A393-11EE4479F0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1109801"/>
              </p:ext>
            </p:extLst>
          </p:nvPr>
        </p:nvGraphicFramePr>
        <p:xfrm>
          <a:off x="1172495" y="1895474"/>
          <a:ext cx="6331131" cy="2537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A104B7-5D00-4651-B62C-163CA4968DC1}"/>
              </a:ext>
            </a:extLst>
          </p:cNvPr>
          <p:cNvSpPr/>
          <p:nvPr/>
        </p:nvSpPr>
        <p:spPr>
          <a:xfrm>
            <a:off x="996603" y="4597209"/>
            <a:ext cx="6718663" cy="3165564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A901F4-B3AF-4DD2-87F2-960A869B60FA}"/>
              </a:ext>
            </a:extLst>
          </p:cNvPr>
          <p:cNvSpPr txBox="1"/>
          <p:nvPr/>
        </p:nvSpPr>
        <p:spPr>
          <a:xfrm>
            <a:off x="1183838" y="4666302"/>
            <a:ext cx="14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수익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C15DE99-6243-47FE-B4E0-A3A4EE6D9697}"/>
              </a:ext>
            </a:extLst>
          </p:cNvPr>
          <p:cNvCxnSpPr>
            <a:cxnSpLocks/>
          </p:cNvCxnSpPr>
          <p:nvPr/>
        </p:nvCxnSpPr>
        <p:spPr>
          <a:xfrm>
            <a:off x="1183838" y="5093597"/>
            <a:ext cx="63311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48A3AC-5DCE-4E94-A314-A84F03EDF940}"/>
              </a:ext>
            </a:extLst>
          </p:cNvPr>
          <p:cNvSpPr/>
          <p:nvPr/>
        </p:nvSpPr>
        <p:spPr>
          <a:xfrm>
            <a:off x="1005839" y="7983324"/>
            <a:ext cx="6718663" cy="3165564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0C9979-D38D-4523-8B1C-A201BA85B356}"/>
              </a:ext>
            </a:extLst>
          </p:cNvPr>
          <p:cNvSpPr txBox="1"/>
          <p:nvPr/>
        </p:nvSpPr>
        <p:spPr>
          <a:xfrm>
            <a:off x="1193074" y="8052417"/>
            <a:ext cx="14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매치 </a:t>
            </a:r>
            <a:r>
              <a:rPr lang="ko-KR" altLang="en-US" dirty="0" err="1"/>
              <a:t>성사율</a:t>
            </a:r>
            <a:endParaRPr lang="en-US" altLang="ko-KR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64C84C6-63E3-443D-9CC1-361FA3614F7A}"/>
              </a:ext>
            </a:extLst>
          </p:cNvPr>
          <p:cNvCxnSpPr>
            <a:cxnSpLocks/>
          </p:cNvCxnSpPr>
          <p:nvPr/>
        </p:nvCxnSpPr>
        <p:spPr>
          <a:xfrm>
            <a:off x="1193074" y="8479712"/>
            <a:ext cx="63311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차트 29">
            <a:extLst>
              <a:ext uri="{FF2B5EF4-FFF2-40B4-BE49-F238E27FC236}">
                <a16:creationId xmlns:a16="http://schemas.microsoft.com/office/drawing/2014/main" id="{951F96D6-E69B-4CDA-BE91-A6CFE81FB0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7767401"/>
              </p:ext>
            </p:extLst>
          </p:nvPr>
        </p:nvGraphicFramePr>
        <p:xfrm>
          <a:off x="1193075" y="5184122"/>
          <a:ext cx="6310552" cy="2513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16381F4B-556A-443D-8A1A-48B1ABA869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5353329"/>
              </p:ext>
            </p:extLst>
          </p:nvPr>
        </p:nvGraphicFramePr>
        <p:xfrm>
          <a:off x="1193074" y="8512273"/>
          <a:ext cx="6310552" cy="2498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순서도: 수행의 시작/종료 33">
            <a:extLst>
              <a:ext uri="{FF2B5EF4-FFF2-40B4-BE49-F238E27FC236}">
                <a16:creationId xmlns:a16="http://schemas.microsoft.com/office/drawing/2014/main" id="{B6FC5665-7B8B-4A65-9E91-4BDF5517C2E8}"/>
              </a:ext>
            </a:extLst>
          </p:cNvPr>
          <p:cNvSpPr/>
          <p:nvPr/>
        </p:nvSpPr>
        <p:spPr>
          <a:xfrm>
            <a:off x="6749592" y="1410214"/>
            <a:ext cx="612742" cy="336770"/>
          </a:xfrm>
          <a:prstGeom prst="flowChartTerminator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6AC70F5-7C8C-4ED3-AABE-D76F4537ED57}"/>
              </a:ext>
            </a:extLst>
          </p:cNvPr>
          <p:cNvSpPr/>
          <p:nvPr/>
        </p:nvSpPr>
        <p:spPr>
          <a:xfrm>
            <a:off x="7065488" y="1421541"/>
            <a:ext cx="283050" cy="3072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1D7ACA-3297-44CA-A848-72794006236B}"/>
              </a:ext>
            </a:extLst>
          </p:cNvPr>
          <p:cNvSpPr txBox="1"/>
          <p:nvPr/>
        </p:nvSpPr>
        <p:spPr>
          <a:xfrm>
            <a:off x="5949373" y="143471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차트보기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04C2CB5E-1AD1-49DD-8CBC-D4E76F71E16F}"/>
              </a:ext>
            </a:extLst>
          </p:cNvPr>
          <p:cNvSpPr/>
          <p:nvPr/>
        </p:nvSpPr>
        <p:spPr>
          <a:xfrm>
            <a:off x="6749592" y="4684499"/>
            <a:ext cx="612742" cy="336770"/>
          </a:xfrm>
          <a:prstGeom prst="flowChartTerminator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112EFDB-7191-4586-9214-A7544D5A74D6}"/>
              </a:ext>
            </a:extLst>
          </p:cNvPr>
          <p:cNvSpPr/>
          <p:nvPr/>
        </p:nvSpPr>
        <p:spPr>
          <a:xfrm>
            <a:off x="7065488" y="4695826"/>
            <a:ext cx="283050" cy="3072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84B150-F7C9-4065-98C8-965BDE631C9B}"/>
              </a:ext>
            </a:extLst>
          </p:cNvPr>
          <p:cNvSpPr txBox="1"/>
          <p:nvPr/>
        </p:nvSpPr>
        <p:spPr>
          <a:xfrm>
            <a:off x="5949373" y="470899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차트보기</a:t>
            </a:r>
          </a:p>
        </p:txBody>
      </p:sp>
      <p:sp>
        <p:nvSpPr>
          <p:cNvPr id="43" name="순서도: 수행의 시작/종료 42">
            <a:extLst>
              <a:ext uri="{FF2B5EF4-FFF2-40B4-BE49-F238E27FC236}">
                <a16:creationId xmlns:a16="http://schemas.microsoft.com/office/drawing/2014/main" id="{B5F812C7-9794-435D-AACD-05945436F6ED}"/>
              </a:ext>
            </a:extLst>
          </p:cNvPr>
          <p:cNvSpPr/>
          <p:nvPr/>
        </p:nvSpPr>
        <p:spPr>
          <a:xfrm>
            <a:off x="6726271" y="8065228"/>
            <a:ext cx="612742" cy="336770"/>
          </a:xfrm>
          <a:prstGeom prst="flowChartTerminator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A52997D-9E7E-4AFA-82CD-F95496955814}"/>
              </a:ext>
            </a:extLst>
          </p:cNvPr>
          <p:cNvSpPr/>
          <p:nvPr/>
        </p:nvSpPr>
        <p:spPr>
          <a:xfrm>
            <a:off x="7051692" y="8076555"/>
            <a:ext cx="283050" cy="3072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B3BD00-3EB7-4186-AFB2-9476C2BAC7BA}"/>
              </a:ext>
            </a:extLst>
          </p:cNvPr>
          <p:cNvSpPr txBox="1"/>
          <p:nvPr/>
        </p:nvSpPr>
        <p:spPr>
          <a:xfrm>
            <a:off x="5926052" y="808972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차트보기</a:t>
            </a:r>
          </a:p>
        </p:txBody>
      </p:sp>
    </p:spTree>
    <p:extLst>
      <p:ext uri="{BB962C8B-B14F-4D97-AF65-F5344CB8AC3E}">
        <p14:creationId xmlns:p14="http://schemas.microsoft.com/office/powerpoint/2010/main" val="36104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278AA0-E3AF-4489-B3DB-AFBE2BDEAD94}"/>
              </a:ext>
            </a:extLst>
          </p:cNvPr>
          <p:cNvSpPr/>
          <p:nvPr/>
        </p:nvSpPr>
        <p:spPr>
          <a:xfrm>
            <a:off x="2159725" y="652326"/>
            <a:ext cx="6287589" cy="513887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E5A16-9D57-42B4-8268-C6A0E67D1EE2}"/>
              </a:ext>
            </a:extLst>
          </p:cNvPr>
          <p:cNvSpPr txBox="1"/>
          <p:nvPr/>
        </p:nvSpPr>
        <p:spPr>
          <a:xfrm>
            <a:off x="2290355" y="76989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후기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789826-6D56-4904-8F4A-69FC17AE3A36}"/>
              </a:ext>
            </a:extLst>
          </p:cNvPr>
          <p:cNvSpPr txBox="1"/>
          <p:nvPr/>
        </p:nvSpPr>
        <p:spPr>
          <a:xfrm>
            <a:off x="2290355" y="1405618"/>
            <a:ext cx="351891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경기 만족도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별점을</a:t>
            </a:r>
            <a:r>
              <a:rPr lang="ko-KR" altLang="en-US" sz="1400" dirty="0"/>
              <a:t> 눌러 평가 해주세요</a:t>
            </a:r>
            <a:r>
              <a:rPr lang="en-US" altLang="ko-KR" sz="1400" dirty="0"/>
              <a:t>.)</a:t>
            </a:r>
          </a:p>
          <a:p>
            <a:r>
              <a:rPr lang="ko-KR" altLang="en-US" sz="2000" b="1" dirty="0">
                <a:solidFill>
                  <a:srgbClr val="FEE52A"/>
                </a:solidFill>
              </a:rPr>
              <a:t>☆☆☆☆☆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675D2-5B82-4092-9DB3-7684B6F89F57}"/>
              </a:ext>
            </a:extLst>
          </p:cNvPr>
          <p:cNvSpPr txBox="1"/>
          <p:nvPr/>
        </p:nvSpPr>
        <p:spPr>
          <a:xfrm>
            <a:off x="2290355" y="2133676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경기 후기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선택사항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B582C5-7823-4CB8-A82B-4419D002DAAF}"/>
              </a:ext>
            </a:extLst>
          </p:cNvPr>
          <p:cNvSpPr/>
          <p:nvPr/>
        </p:nvSpPr>
        <p:spPr>
          <a:xfrm>
            <a:off x="2290355" y="2607401"/>
            <a:ext cx="6052456" cy="27170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70FB50E-F4C1-4A50-B81D-2266C8182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325"/>
          <a:stretch/>
        </p:blipFill>
        <p:spPr>
          <a:xfrm>
            <a:off x="2349500" y="2618624"/>
            <a:ext cx="5937250" cy="311678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6B61C94-8BDF-405D-8CEA-3A528B120533}"/>
              </a:ext>
            </a:extLst>
          </p:cNvPr>
          <p:cNvCxnSpPr/>
          <p:nvPr/>
        </p:nvCxnSpPr>
        <p:spPr>
          <a:xfrm>
            <a:off x="2290355" y="2930302"/>
            <a:ext cx="60524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D6444CC-B2D9-4110-9301-4D65CA97C886}"/>
              </a:ext>
            </a:extLst>
          </p:cNvPr>
          <p:cNvSpPr txBox="1"/>
          <p:nvPr/>
        </p:nvSpPr>
        <p:spPr>
          <a:xfrm>
            <a:off x="2290355" y="2980370"/>
            <a:ext cx="1947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경기장 시설 너무 좋았습니다</a:t>
            </a:r>
            <a:r>
              <a:rPr lang="en-US" altLang="ko-KR" sz="1000" dirty="0"/>
              <a:t>~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E6B77F2-84EC-4544-98BE-5B7C11423572}"/>
              </a:ext>
            </a:extLst>
          </p:cNvPr>
          <p:cNvSpPr/>
          <p:nvPr/>
        </p:nvSpPr>
        <p:spPr>
          <a:xfrm>
            <a:off x="2290355" y="5448300"/>
            <a:ext cx="595720" cy="2562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등록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89613F-6E72-40B7-BB1F-0C43C68AACF8}"/>
              </a:ext>
            </a:extLst>
          </p:cNvPr>
          <p:cNvSpPr/>
          <p:nvPr/>
        </p:nvSpPr>
        <p:spPr>
          <a:xfrm>
            <a:off x="2966479" y="5448300"/>
            <a:ext cx="595720" cy="25622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닫기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3399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9575845-BD39-4F5A-AFD2-5561A0A21AE1}"/>
              </a:ext>
            </a:extLst>
          </p:cNvPr>
          <p:cNvSpPr/>
          <p:nvPr/>
        </p:nvSpPr>
        <p:spPr>
          <a:xfrm>
            <a:off x="428625" y="428625"/>
            <a:ext cx="3716655" cy="38124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B9501-3B5A-4686-8308-F882322A17C2}"/>
              </a:ext>
            </a:extLst>
          </p:cNvPr>
          <p:cNvSpPr txBox="1"/>
          <p:nvPr/>
        </p:nvSpPr>
        <p:spPr>
          <a:xfrm>
            <a:off x="571500" y="69532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경기장 정보 수정</a:t>
            </a:r>
          </a:p>
        </p:txBody>
      </p:sp>
      <p:graphicFrame>
        <p:nvGraphicFramePr>
          <p:cNvPr id="8" name="표 19">
            <a:extLst>
              <a:ext uri="{FF2B5EF4-FFF2-40B4-BE49-F238E27FC236}">
                <a16:creationId xmlns:a16="http://schemas.microsoft.com/office/drawing/2014/main" id="{FF291534-1D32-4F7A-AA80-73FDA6D7F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09731"/>
              </p:ext>
            </p:extLst>
          </p:nvPr>
        </p:nvGraphicFramePr>
        <p:xfrm>
          <a:off x="673735" y="1193762"/>
          <a:ext cx="3294380" cy="236349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886460">
                  <a:extLst>
                    <a:ext uri="{9D8B030D-6E8A-4147-A177-3AD203B41FA5}">
                      <a16:colId xmlns:a16="http://schemas.microsoft.com/office/drawing/2014/main" val="412256528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220985040"/>
                    </a:ext>
                  </a:extLst>
                </a:gridCol>
              </a:tblGrid>
              <a:tr h="296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⚽</a:t>
                      </a:r>
                      <a:r>
                        <a:rPr lang="ko-KR" altLang="en-US" sz="900" dirty="0" err="1"/>
                        <a:t>풋살장명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DGB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풋살장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748895"/>
                  </a:ext>
                </a:extLst>
              </a:tr>
              <a:tr h="296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📍</a:t>
                      </a:r>
                      <a:r>
                        <a:rPr lang="ko-KR" altLang="en-US" sz="900" dirty="0"/>
                        <a:t>지역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825563"/>
                  </a:ext>
                </a:extLst>
              </a:tr>
              <a:tr h="296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📍상세 주소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12043"/>
                  </a:ext>
                </a:extLst>
              </a:tr>
              <a:tr h="337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📲</a:t>
                      </a:r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16342"/>
                  </a:ext>
                </a:extLst>
              </a:tr>
              <a:tr h="11379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⚒️</a:t>
                      </a:r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시설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2624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8B83CB2-2F48-4FA7-A16C-43FAD41945F2}"/>
              </a:ext>
            </a:extLst>
          </p:cNvPr>
          <p:cNvSpPr txBox="1"/>
          <p:nvPr/>
        </p:nvSpPr>
        <p:spPr>
          <a:xfrm>
            <a:off x="1580943" y="2463815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🚗</a:t>
            </a:r>
            <a:r>
              <a:rPr lang="ko-KR" altLang="en-US" sz="900" b="1" dirty="0"/>
              <a:t>주차장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60028-8C39-4481-A987-37CC23D16427}"/>
              </a:ext>
            </a:extLst>
          </p:cNvPr>
          <p:cNvSpPr txBox="1"/>
          <p:nvPr/>
        </p:nvSpPr>
        <p:spPr>
          <a:xfrm>
            <a:off x="2680335" y="2463815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🛁</a:t>
            </a:r>
            <a:r>
              <a:rPr lang="ko-KR" altLang="en-US" sz="900" b="1" dirty="0"/>
              <a:t>샤워장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278DB-CFA0-476E-82D6-081148C656CE}"/>
              </a:ext>
            </a:extLst>
          </p:cNvPr>
          <p:cNvSpPr txBox="1"/>
          <p:nvPr/>
        </p:nvSpPr>
        <p:spPr>
          <a:xfrm>
            <a:off x="1580943" y="2684288"/>
            <a:ext cx="10406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👟</a:t>
            </a:r>
            <a:r>
              <a:rPr lang="ko-KR" altLang="en-US" sz="900" b="1" dirty="0"/>
              <a:t>신발 대여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FED48-6727-47DB-90B4-C2472156B5D9}"/>
              </a:ext>
            </a:extLst>
          </p:cNvPr>
          <p:cNvSpPr txBox="1"/>
          <p:nvPr/>
        </p:nvSpPr>
        <p:spPr>
          <a:xfrm>
            <a:off x="2680335" y="268428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👕</a:t>
            </a:r>
            <a:r>
              <a:rPr lang="ko-KR" altLang="en-US" sz="900" b="1" dirty="0"/>
              <a:t>유니폼 대여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0E1CB-8D66-4DB4-9521-49075A9818A6}"/>
              </a:ext>
            </a:extLst>
          </p:cNvPr>
          <p:cNvSpPr txBox="1"/>
          <p:nvPr/>
        </p:nvSpPr>
        <p:spPr>
          <a:xfrm>
            <a:off x="1580943" y="2898258"/>
            <a:ext cx="10406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💡</a:t>
            </a:r>
            <a:r>
              <a:rPr lang="ko-KR" altLang="en-US" sz="900" b="1" dirty="0"/>
              <a:t>야간 조명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91A15-B7AA-4CB5-8103-8D1F8D94B989}"/>
              </a:ext>
            </a:extLst>
          </p:cNvPr>
          <p:cNvSpPr txBox="1"/>
          <p:nvPr/>
        </p:nvSpPr>
        <p:spPr>
          <a:xfrm>
            <a:off x="2680335" y="2898258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🚻</a:t>
            </a:r>
            <a:r>
              <a:rPr lang="ko-KR" altLang="en-US" sz="900" b="1" dirty="0"/>
              <a:t>화장실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3538CD-EE74-40BF-BB1E-0C6862781832}"/>
              </a:ext>
            </a:extLst>
          </p:cNvPr>
          <p:cNvSpPr txBox="1"/>
          <p:nvPr/>
        </p:nvSpPr>
        <p:spPr>
          <a:xfrm>
            <a:off x="1580943" y="311873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✅ </a:t>
            </a:r>
            <a:r>
              <a:rPr lang="ko-KR" altLang="en-US" sz="900" dirty="0"/>
              <a:t>🍔</a:t>
            </a:r>
            <a:r>
              <a:rPr lang="ko-KR" altLang="en-US" sz="900" b="1" dirty="0"/>
              <a:t>매점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F03923-0F87-42F6-82C0-05704B6E2429}"/>
              </a:ext>
            </a:extLst>
          </p:cNvPr>
          <p:cNvSpPr/>
          <p:nvPr/>
        </p:nvSpPr>
        <p:spPr>
          <a:xfrm>
            <a:off x="1580942" y="1224640"/>
            <a:ext cx="2343357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900" dirty="0"/>
              <a:t>DGB</a:t>
            </a:r>
            <a:r>
              <a:rPr lang="ko-KR" altLang="en-US" sz="900" dirty="0" err="1"/>
              <a:t>풋살장</a:t>
            </a:r>
            <a:endParaRPr lang="ko-KR" altLang="en-US" sz="9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5C91A3-4E68-4BDB-AC34-0B2092B1E4B2}"/>
              </a:ext>
            </a:extLst>
          </p:cNvPr>
          <p:cNvSpPr/>
          <p:nvPr/>
        </p:nvSpPr>
        <p:spPr>
          <a:xfrm>
            <a:off x="1580941" y="1824370"/>
            <a:ext cx="2343357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900"/>
              <a:t>동구 </a:t>
            </a:r>
            <a:r>
              <a:rPr lang="ko-KR" altLang="en-US" sz="900" dirty="0" err="1"/>
              <a:t>봉무동</a:t>
            </a:r>
            <a:endParaRPr lang="ko-KR" altLang="en-US" sz="9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EE7F7C-9AB2-43F4-8833-CAB5FBFC1518}"/>
              </a:ext>
            </a:extLst>
          </p:cNvPr>
          <p:cNvSpPr/>
          <p:nvPr/>
        </p:nvSpPr>
        <p:spPr>
          <a:xfrm>
            <a:off x="1580941" y="2136373"/>
            <a:ext cx="2343357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900" dirty="0"/>
              <a:t>01012341234</a:t>
            </a:r>
            <a:endParaRPr lang="ko-KR" altLang="en-US" sz="9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3BD7713-5C32-48A1-BC34-EBB9A51F6CF0}"/>
              </a:ext>
            </a:extLst>
          </p:cNvPr>
          <p:cNvSpPr/>
          <p:nvPr/>
        </p:nvSpPr>
        <p:spPr>
          <a:xfrm>
            <a:off x="1581334" y="1519262"/>
            <a:ext cx="884788" cy="22393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대구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B582987-3C94-4D46-8A22-56703A88D9E4}"/>
              </a:ext>
            </a:extLst>
          </p:cNvPr>
          <p:cNvSpPr/>
          <p:nvPr/>
        </p:nvSpPr>
        <p:spPr>
          <a:xfrm>
            <a:off x="2281973" y="1519262"/>
            <a:ext cx="184149" cy="22393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E734284-CCDD-4BD8-92D0-7409C5AE034E}"/>
              </a:ext>
            </a:extLst>
          </p:cNvPr>
          <p:cNvSpPr/>
          <p:nvPr/>
        </p:nvSpPr>
        <p:spPr>
          <a:xfrm>
            <a:off x="2466122" y="3804910"/>
            <a:ext cx="782052" cy="2562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수정하기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2F1964B-AF32-4001-A06F-7343766E53D4}"/>
              </a:ext>
            </a:extLst>
          </p:cNvPr>
          <p:cNvSpPr/>
          <p:nvPr/>
        </p:nvSpPr>
        <p:spPr>
          <a:xfrm>
            <a:off x="3328578" y="3804910"/>
            <a:ext cx="595720" cy="25622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취소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BAB620-5748-484F-B911-710C7450E893}"/>
              </a:ext>
            </a:extLst>
          </p:cNvPr>
          <p:cNvSpPr txBox="1"/>
          <p:nvPr/>
        </p:nvSpPr>
        <p:spPr>
          <a:xfrm>
            <a:off x="3836421" y="511111"/>
            <a:ext cx="3080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A7AEA6-6A32-4214-B190-CD7D0B83A637}"/>
              </a:ext>
            </a:extLst>
          </p:cNvPr>
          <p:cNvSpPr/>
          <p:nvPr/>
        </p:nvSpPr>
        <p:spPr>
          <a:xfrm>
            <a:off x="4288155" y="422128"/>
            <a:ext cx="3716655" cy="38124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53F907-6951-4EC1-B437-CE791BA481DF}"/>
              </a:ext>
            </a:extLst>
          </p:cNvPr>
          <p:cNvSpPr txBox="1"/>
          <p:nvPr/>
        </p:nvSpPr>
        <p:spPr>
          <a:xfrm>
            <a:off x="4431030" y="68882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경기장 정보 입력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1F5C4A8-B975-4C48-8673-1269E02B59D6}"/>
              </a:ext>
            </a:extLst>
          </p:cNvPr>
          <p:cNvSpPr/>
          <p:nvPr/>
        </p:nvSpPr>
        <p:spPr>
          <a:xfrm>
            <a:off x="6511982" y="3798413"/>
            <a:ext cx="595721" cy="2562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추가</a:t>
            </a:r>
            <a:endParaRPr lang="ko-KR" altLang="en-US" sz="11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78668B4-82F4-4A22-85F3-AB4CA8D20287}"/>
              </a:ext>
            </a:extLst>
          </p:cNvPr>
          <p:cNvSpPr/>
          <p:nvPr/>
        </p:nvSpPr>
        <p:spPr>
          <a:xfrm>
            <a:off x="7188108" y="3798413"/>
            <a:ext cx="595720" cy="25622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취소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655A78-DB75-44CA-83D3-6905136F2B3A}"/>
              </a:ext>
            </a:extLst>
          </p:cNvPr>
          <p:cNvSpPr txBox="1"/>
          <p:nvPr/>
        </p:nvSpPr>
        <p:spPr>
          <a:xfrm>
            <a:off x="7695951" y="504614"/>
            <a:ext cx="3080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7B52CA-BBAD-4F5B-8921-CA019779E11B}"/>
              </a:ext>
            </a:extLst>
          </p:cNvPr>
          <p:cNvSpPr txBox="1"/>
          <p:nvPr/>
        </p:nvSpPr>
        <p:spPr>
          <a:xfrm>
            <a:off x="4426436" y="1388457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경기장 이름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FA24FEC-3228-4926-B367-4494698532AA}"/>
              </a:ext>
            </a:extLst>
          </p:cNvPr>
          <p:cNvSpPr/>
          <p:nvPr/>
        </p:nvSpPr>
        <p:spPr>
          <a:xfrm>
            <a:off x="5366117" y="1388457"/>
            <a:ext cx="2036169" cy="2562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1A76BD-C79D-4336-B6FD-54072E75EC37}"/>
              </a:ext>
            </a:extLst>
          </p:cNvPr>
          <p:cNvSpPr txBox="1"/>
          <p:nvPr/>
        </p:nvSpPr>
        <p:spPr>
          <a:xfrm>
            <a:off x="4426436" y="1718754"/>
            <a:ext cx="7713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매치 방식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50689BF-B9EC-4133-B267-48CA030D502F}"/>
              </a:ext>
            </a:extLst>
          </p:cNvPr>
          <p:cNvSpPr/>
          <p:nvPr/>
        </p:nvSpPr>
        <p:spPr>
          <a:xfrm>
            <a:off x="5366117" y="1718754"/>
            <a:ext cx="2036169" cy="2562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3064EF1-346C-407D-A672-13E619E44051}"/>
              </a:ext>
            </a:extLst>
          </p:cNvPr>
          <p:cNvSpPr/>
          <p:nvPr/>
        </p:nvSpPr>
        <p:spPr>
          <a:xfrm>
            <a:off x="7107702" y="1718754"/>
            <a:ext cx="294583" cy="2539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D412A-C925-476D-A1B9-873D5E015374}"/>
              </a:ext>
            </a:extLst>
          </p:cNvPr>
          <p:cNvSpPr txBox="1"/>
          <p:nvPr/>
        </p:nvSpPr>
        <p:spPr>
          <a:xfrm>
            <a:off x="5363556" y="1714907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4</a:t>
            </a:r>
            <a:r>
              <a:rPr lang="ko-KR" altLang="en-US" sz="1050" dirty="0"/>
              <a:t> </a:t>
            </a:r>
            <a:r>
              <a:rPr lang="en-US" altLang="ko-KR" sz="1050" dirty="0"/>
              <a:t>VS 4</a:t>
            </a:r>
            <a:endParaRPr lang="ko-KR" alt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7F4DE9-292A-4249-8338-937A44F8E705}"/>
              </a:ext>
            </a:extLst>
          </p:cNvPr>
          <p:cNvSpPr txBox="1"/>
          <p:nvPr/>
        </p:nvSpPr>
        <p:spPr>
          <a:xfrm>
            <a:off x="4437263" y="2041357"/>
            <a:ext cx="7713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수용 인원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03BF5C0-EE11-4920-83A9-DBE16FA75D00}"/>
              </a:ext>
            </a:extLst>
          </p:cNvPr>
          <p:cNvSpPr/>
          <p:nvPr/>
        </p:nvSpPr>
        <p:spPr>
          <a:xfrm>
            <a:off x="5376944" y="2041357"/>
            <a:ext cx="2036169" cy="2562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E9DA96-BF8C-4871-94B8-14BF88E0E174}"/>
              </a:ext>
            </a:extLst>
          </p:cNvPr>
          <p:cNvSpPr txBox="1"/>
          <p:nvPr/>
        </p:nvSpPr>
        <p:spPr>
          <a:xfrm>
            <a:off x="4437263" y="2360113"/>
            <a:ext cx="9060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경기장 가격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A071E3-CC36-4170-A0B6-0DC3566F81B4}"/>
              </a:ext>
            </a:extLst>
          </p:cNvPr>
          <p:cNvSpPr/>
          <p:nvPr/>
        </p:nvSpPr>
        <p:spPr>
          <a:xfrm>
            <a:off x="5376944" y="2360113"/>
            <a:ext cx="2036169" cy="2562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E4A249-378E-408C-A9EF-37910438EFFD}"/>
              </a:ext>
            </a:extLst>
          </p:cNvPr>
          <p:cNvSpPr txBox="1"/>
          <p:nvPr/>
        </p:nvSpPr>
        <p:spPr>
          <a:xfrm>
            <a:off x="4422314" y="2686563"/>
            <a:ext cx="6415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실</a:t>
            </a:r>
            <a:r>
              <a:rPr lang="en-US" altLang="ko-KR" sz="1050" dirty="0"/>
              <a:t>/</a:t>
            </a:r>
            <a:r>
              <a:rPr lang="ko-KR" altLang="en-US" sz="1050" dirty="0"/>
              <a:t>내외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24F59E-E0E9-4363-AD89-5A8E2EE3C181}"/>
              </a:ext>
            </a:extLst>
          </p:cNvPr>
          <p:cNvSpPr txBox="1"/>
          <p:nvPr/>
        </p:nvSpPr>
        <p:spPr>
          <a:xfrm>
            <a:off x="4422314" y="2975853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경기장</a:t>
            </a:r>
            <a:endParaRPr lang="ko-KR" altLang="en-US" sz="105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6DB16AC-CE72-4B64-A155-C34E25D20890}"/>
              </a:ext>
            </a:extLst>
          </p:cNvPr>
          <p:cNvSpPr/>
          <p:nvPr/>
        </p:nvSpPr>
        <p:spPr>
          <a:xfrm>
            <a:off x="5413029" y="2764244"/>
            <a:ext cx="106709" cy="985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6CDFDD-A284-460B-96F8-45E4BE31C07A}"/>
              </a:ext>
            </a:extLst>
          </p:cNvPr>
          <p:cNvSpPr txBox="1"/>
          <p:nvPr/>
        </p:nvSpPr>
        <p:spPr>
          <a:xfrm>
            <a:off x="5519738" y="2705799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실내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747B897-1142-4F62-B1CD-09F4184D351C}"/>
              </a:ext>
            </a:extLst>
          </p:cNvPr>
          <p:cNvSpPr/>
          <p:nvPr/>
        </p:nvSpPr>
        <p:spPr>
          <a:xfrm>
            <a:off x="6210348" y="2764244"/>
            <a:ext cx="106709" cy="985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D45AC6-BFA5-426F-80A4-7440AF42AC43}"/>
              </a:ext>
            </a:extLst>
          </p:cNvPr>
          <p:cNvSpPr txBox="1"/>
          <p:nvPr/>
        </p:nvSpPr>
        <p:spPr>
          <a:xfrm>
            <a:off x="6317057" y="2705799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실외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51164CE-09DE-4A41-A416-452F37A3EB7E}"/>
              </a:ext>
            </a:extLst>
          </p:cNvPr>
          <p:cNvSpPr/>
          <p:nvPr/>
        </p:nvSpPr>
        <p:spPr>
          <a:xfrm>
            <a:off x="5413029" y="3073110"/>
            <a:ext cx="106709" cy="985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EBF311-649F-4F51-916B-83C614E84F6A}"/>
              </a:ext>
            </a:extLst>
          </p:cNvPr>
          <p:cNvSpPr txBox="1"/>
          <p:nvPr/>
        </p:nvSpPr>
        <p:spPr>
          <a:xfrm>
            <a:off x="5519738" y="301466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천연잔디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EA1564F-A9C6-40D7-96BE-2B5716D8C43B}"/>
              </a:ext>
            </a:extLst>
          </p:cNvPr>
          <p:cNvSpPr/>
          <p:nvPr/>
        </p:nvSpPr>
        <p:spPr>
          <a:xfrm>
            <a:off x="6210348" y="3073110"/>
            <a:ext cx="106709" cy="985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D19248-62E8-4600-9BAB-B97ED3977F8A}"/>
              </a:ext>
            </a:extLst>
          </p:cNvPr>
          <p:cNvSpPr txBox="1"/>
          <p:nvPr/>
        </p:nvSpPr>
        <p:spPr>
          <a:xfrm>
            <a:off x="6317057" y="301466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인조잔디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AB9DBBF-E1E7-470B-985E-64A7D7A38E90}"/>
              </a:ext>
            </a:extLst>
          </p:cNvPr>
          <p:cNvSpPr/>
          <p:nvPr/>
        </p:nvSpPr>
        <p:spPr>
          <a:xfrm>
            <a:off x="6916554" y="3067524"/>
            <a:ext cx="106709" cy="9855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821F3B-419A-4799-A514-07987EA89CFD}"/>
              </a:ext>
            </a:extLst>
          </p:cNvPr>
          <p:cNvSpPr txBox="1"/>
          <p:nvPr/>
        </p:nvSpPr>
        <p:spPr>
          <a:xfrm>
            <a:off x="7023263" y="3009079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모래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0213337-F289-4F0B-A629-37B271D4354B}"/>
              </a:ext>
            </a:extLst>
          </p:cNvPr>
          <p:cNvSpPr/>
          <p:nvPr/>
        </p:nvSpPr>
        <p:spPr>
          <a:xfrm>
            <a:off x="8059270" y="428625"/>
            <a:ext cx="3716655" cy="38124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3A93D6-7488-4D48-9A8A-48A510309A4A}"/>
              </a:ext>
            </a:extLst>
          </p:cNvPr>
          <p:cNvSpPr txBox="1"/>
          <p:nvPr/>
        </p:nvSpPr>
        <p:spPr>
          <a:xfrm>
            <a:off x="8202145" y="695325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안내사항 수정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FB5AD9C-8421-46CA-87FD-339ED3EF8DC1}"/>
              </a:ext>
            </a:extLst>
          </p:cNvPr>
          <p:cNvSpPr/>
          <p:nvPr/>
        </p:nvSpPr>
        <p:spPr>
          <a:xfrm>
            <a:off x="10959223" y="3804910"/>
            <a:ext cx="595720" cy="25622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취소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16D5D7-FA86-4976-85DA-A5380626AD79}"/>
              </a:ext>
            </a:extLst>
          </p:cNvPr>
          <p:cNvSpPr txBox="1"/>
          <p:nvPr/>
        </p:nvSpPr>
        <p:spPr>
          <a:xfrm>
            <a:off x="11467066" y="511111"/>
            <a:ext cx="3080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CE0D61-9579-4F6B-91A7-D3FFEC99AE22}"/>
              </a:ext>
            </a:extLst>
          </p:cNvPr>
          <p:cNvSpPr txBox="1"/>
          <p:nvPr/>
        </p:nvSpPr>
        <p:spPr>
          <a:xfrm>
            <a:off x="8202145" y="1254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안내사항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F77966E-1E36-492F-A0B0-719918F8B44A}"/>
              </a:ext>
            </a:extLst>
          </p:cNvPr>
          <p:cNvSpPr/>
          <p:nvPr/>
        </p:nvSpPr>
        <p:spPr>
          <a:xfrm>
            <a:off x="8299607" y="1519707"/>
            <a:ext cx="3220840" cy="19092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AB4E42C-3EB7-4B22-AADE-380D556F55B3}"/>
              </a:ext>
            </a:extLst>
          </p:cNvPr>
          <p:cNvSpPr/>
          <p:nvPr/>
        </p:nvSpPr>
        <p:spPr>
          <a:xfrm>
            <a:off x="8288132" y="1613352"/>
            <a:ext cx="3220840" cy="13017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/>
              <a:t>주차 </a:t>
            </a:r>
            <a:r>
              <a:rPr lang="en-US" altLang="ko-KR" sz="700" dirty="0"/>
              <a:t>: </a:t>
            </a:r>
            <a:r>
              <a:rPr lang="ko-KR" altLang="en-US" sz="700" dirty="0"/>
              <a:t>주차 </a:t>
            </a:r>
            <a:r>
              <a:rPr lang="en-US" altLang="ko-KR" sz="700" dirty="0"/>
              <a:t>5</a:t>
            </a:r>
            <a:r>
              <a:rPr lang="ko-KR" altLang="en-US" sz="700" dirty="0"/>
              <a:t>대 가능</a:t>
            </a:r>
            <a:endParaRPr lang="en-US" altLang="ko-KR" sz="700" dirty="0"/>
          </a:p>
          <a:p>
            <a:pPr>
              <a:lnSpc>
                <a:spcPct val="150000"/>
              </a:lnSpc>
            </a:pPr>
            <a:r>
              <a:rPr lang="ko-KR" altLang="en-US" sz="700" dirty="0"/>
              <a:t>흡연구역 </a:t>
            </a:r>
            <a:r>
              <a:rPr lang="en-US" altLang="ko-KR" sz="700" dirty="0"/>
              <a:t>: </a:t>
            </a:r>
            <a:r>
              <a:rPr lang="ko-KR" altLang="en-US" sz="700" dirty="0"/>
              <a:t>사무실 뒤쪽 </a:t>
            </a:r>
            <a:r>
              <a:rPr lang="ko-KR" altLang="en-US" sz="700" dirty="0" err="1"/>
              <a:t>흡연장</a:t>
            </a:r>
            <a:r>
              <a:rPr lang="ko-KR" altLang="en-US" sz="700" dirty="0"/>
              <a:t> </a:t>
            </a:r>
            <a:r>
              <a:rPr lang="en-US" altLang="ko-KR" sz="700" dirty="0"/>
              <a:t>(</a:t>
            </a:r>
            <a:r>
              <a:rPr lang="ko-KR" altLang="en-US" sz="700" dirty="0"/>
              <a:t>흡연구역 외 절대 금연</a:t>
            </a:r>
            <a:r>
              <a:rPr lang="en-US" altLang="ko-KR" sz="700" dirty="0"/>
              <a:t>!!)</a:t>
            </a:r>
          </a:p>
          <a:p>
            <a:pPr>
              <a:lnSpc>
                <a:spcPct val="150000"/>
              </a:lnSpc>
            </a:pPr>
            <a:r>
              <a:rPr lang="ko-KR" altLang="en-US" sz="700" dirty="0"/>
              <a:t>안내사항 </a:t>
            </a:r>
            <a:endParaRPr lang="en-US" altLang="ko-KR" sz="700" dirty="0"/>
          </a:p>
          <a:p>
            <a:pPr>
              <a:lnSpc>
                <a:spcPct val="150000"/>
              </a:lnSpc>
            </a:pPr>
            <a:r>
              <a:rPr lang="en-US" altLang="ko-KR" sz="700" dirty="0"/>
              <a:t> - </a:t>
            </a:r>
            <a:r>
              <a:rPr lang="ko-KR" altLang="en-US" sz="700" dirty="0"/>
              <a:t>코로나로 인하여 </a:t>
            </a:r>
            <a:r>
              <a:rPr lang="ko-KR" altLang="en-US" sz="700" dirty="0" err="1"/>
              <a:t>풋살장</a:t>
            </a:r>
            <a:r>
              <a:rPr lang="ko-KR" altLang="en-US" sz="700" dirty="0"/>
              <a:t> 외 장소 이동 시 마스크를 필히 착용하셔야 하며 </a:t>
            </a:r>
            <a:r>
              <a:rPr lang="ko-KR" altLang="en-US" sz="700" dirty="0" err="1"/>
              <a:t>미이행</a:t>
            </a:r>
            <a:r>
              <a:rPr lang="ko-KR" altLang="en-US" sz="700" dirty="0"/>
              <a:t> 시 </a:t>
            </a:r>
            <a:r>
              <a:rPr lang="en-US" altLang="ko-KR" sz="700" dirty="0"/>
              <a:t>CCTV </a:t>
            </a:r>
            <a:r>
              <a:rPr lang="ko-KR" altLang="en-US" sz="700" dirty="0"/>
              <a:t>확인 후 추후 이용에 불이익이 발생할 수 있습니다</a:t>
            </a:r>
            <a:r>
              <a:rPr lang="en-US" altLang="ko-KR" sz="7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dirty="0"/>
              <a:t> - </a:t>
            </a:r>
            <a:r>
              <a:rPr lang="ko-KR" altLang="en-US" sz="700" dirty="0"/>
              <a:t>모든 경기장과 샤워실 내 애완동물의 출입은 절대 금지이며</a:t>
            </a:r>
            <a:r>
              <a:rPr lang="en-US" altLang="ko-KR" sz="700" dirty="0"/>
              <a:t>, </a:t>
            </a:r>
            <a:r>
              <a:rPr lang="ko-KR" altLang="en-US" sz="700" dirty="0"/>
              <a:t>적발 시 퇴출 조치 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BEADC8D-4211-45C7-8E94-258109F9A6CC}"/>
              </a:ext>
            </a:extLst>
          </p:cNvPr>
          <p:cNvSpPr/>
          <p:nvPr/>
        </p:nvSpPr>
        <p:spPr>
          <a:xfrm>
            <a:off x="10122711" y="3804910"/>
            <a:ext cx="782052" cy="2562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수정하기</a:t>
            </a:r>
          </a:p>
        </p:txBody>
      </p:sp>
    </p:spTree>
    <p:extLst>
      <p:ext uri="{BB962C8B-B14F-4D97-AF65-F5344CB8AC3E}">
        <p14:creationId xmlns:p14="http://schemas.microsoft.com/office/powerpoint/2010/main" val="37495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464</Words>
  <Application>Microsoft Office PowerPoint</Application>
  <PresentationFormat>와이드스크린</PresentationFormat>
  <Paragraphs>181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김은섭</dc:creator>
  <cp:lastModifiedBy>김은섭</cp:lastModifiedBy>
  <cp:revision>20</cp:revision>
  <dcterms:created xsi:type="dcterms:W3CDTF">2022-03-14T14:23:00Z</dcterms:created>
  <dcterms:modified xsi:type="dcterms:W3CDTF">2022-03-16T14:12:57Z</dcterms:modified>
</cp:coreProperties>
</file>